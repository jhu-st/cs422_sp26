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1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711" r:id="rId2"/>
    <p:sldMasterId id="2147483736" r:id="rId3"/>
  </p:sldMasterIdLst>
  <p:notesMasterIdLst>
    <p:notesMasterId r:id="rId23"/>
  </p:notesMasterIdLst>
  <p:handoutMasterIdLst>
    <p:handoutMasterId r:id="rId24"/>
  </p:handoutMasterIdLst>
  <p:sldIdLst>
    <p:sldId id="259" r:id="rId4"/>
    <p:sldId id="502" r:id="rId5"/>
    <p:sldId id="527" r:id="rId6"/>
    <p:sldId id="528" r:id="rId7"/>
    <p:sldId id="529" r:id="rId8"/>
    <p:sldId id="531" r:id="rId9"/>
    <p:sldId id="530" r:id="rId10"/>
    <p:sldId id="532" r:id="rId11"/>
    <p:sldId id="534" r:id="rId12"/>
    <p:sldId id="526" r:id="rId13"/>
    <p:sldId id="533" r:id="rId14"/>
    <p:sldId id="535" r:id="rId15"/>
    <p:sldId id="537" r:id="rId16"/>
    <p:sldId id="536" r:id="rId17"/>
    <p:sldId id="538" r:id="rId18"/>
    <p:sldId id="540" r:id="rId19"/>
    <p:sldId id="541" r:id="rId20"/>
    <p:sldId id="542" r:id="rId21"/>
    <p:sldId id="258" r:id="rId2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26">
          <p15:clr>
            <a:srgbClr val="A4A3A4"/>
          </p15:clr>
        </p15:guide>
        <p15:guide id="2" orient="horz" pos="2548">
          <p15:clr>
            <a:srgbClr val="A4A3A4"/>
          </p15:clr>
        </p15:guide>
        <p15:guide id="3" orient="horz" pos="1620">
          <p15:clr>
            <a:srgbClr val="A4A3A4"/>
          </p15:clr>
        </p15:guide>
        <p15:guide id="4" orient="horz" pos="613">
          <p15:clr>
            <a:srgbClr val="A4A3A4"/>
          </p15:clr>
        </p15:guide>
        <p15:guide id="5" orient="horz" pos="754">
          <p15:clr>
            <a:srgbClr val="A4A3A4"/>
          </p15:clr>
        </p15:guide>
        <p15:guide id="6" orient="horz" pos="2887">
          <p15:clr>
            <a:srgbClr val="A4A3A4"/>
          </p15:clr>
        </p15:guide>
        <p15:guide id="7" pos="5674">
          <p15:clr>
            <a:srgbClr val="A4A3A4"/>
          </p15:clr>
        </p15:guide>
        <p15:guide id="8" pos="3663">
          <p15:clr>
            <a:srgbClr val="A4A3A4"/>
          </p15:clr>
        </p15:guide>
        <p15:guide id="9" pos="259">
          <p15:clr>
            <a:srgbClr val="A4A3A4"/>
          </p15:clr>
        </p15:guide>
        <p15:guide id="10" pos="2880">
          <p15:clr>
            <a:srgbClr val="A4A3A4"/>
          </p15:clr>
        </p15:guide>
        <p15:guide id="11" pos="8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ohammad Ali Darvish Darab" initials="MADD" lastIdx="1" clrIdx="0">
    <p:extLst>
      <p:ext uri="{19B8F6BF-5375-455C-9EA6-DF929625EA0E}">
        <p15:presenceInfo xmlns:p15="http://schemas.microsoft.com/office/powerpoint/2012/main" userId="Mohammad Ali Darvish Darab"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2AF2F"/>
    <a:srgbClr val="82C836"/>
    <a:srgbClr val="154780"/>
    <a:srgbClr val="CC3300"/>
    <a:srgbClr val="FFFFFF"/>
    <a:srgbClr val="6399AE"/>
    <a:srgbClr val="FFE0B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10" autoAdjust="0"/>
  </p:normalViewPr>
  <p:slideViewPr>
    <p:cSldViewPr snapToGrid="0" snapToObjects="1">
      <p:cViewPr varScale="1">
        <p:scale>
          <a:sx n="109" d="100"/>
          <a:sy n="109" d="100"/>
        </p:scale>
        <p:origin x="734" y="82"/>
      </p:cViewPr>
      <p:guideLst>
        <p:guide orient="horz" pos="926"/>
        <p:guide orient="horz" pos="2548"/>
        <p:guide orient="horz" pos="1620"/>
        <p:guide orient="horz" pos="613"/>
        <p:guide orient="horz" pos="754"/>
        <p:guide orient="horz" pos="2887"/>
        <p:guide pos="5674"/>
        <p:guide pos="3663"/>
        <p:guide pos="259"/>
        <p:guide pos="2880"/>
        <p:guide pos="8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p:scale>
          <a:sx n="103" d="100"/>
          <a:sy n="103" d="100"/>
        </p:scale>
        <p:origin x="-3904" y="-16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Quadon Regular" pitchFamily="2" charset="77"/>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CD7D3A2-31E4-8E42-BFE4-E1D5C718E739}" type="datetimeFigureOut">
              <a:rPr lang="en-US" smtClean="0">
                <a:latin typeface="Quadon Regular" pitchFamily="2" charset="77"/>
              </a:rPr>
              <a:pPr/>
              <a:t>2/22/2026</a:t>
            </a:fld>
            <a:endParaRPr lang="en-US" dirty="0">
              <a:latin typeface="Quadon Regular" pitchFamily="2" charset="77"/>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Quadon Regular" pitchFamily="2" charset="77"/>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598F7A4-CE3D-804B-A1DB-4079A629C97B}" type="slidenum">
              <a:rPr lang="en-US" smtClean="0">
                <a:latin typeface="Quadon Regular" pitchFamily="2" charset="77"/>
              </a:rPr>
              <a:pPr/>
              <a:t>‹#›</a:t>
            </a:fld>
            <a:endParaRPr lang="en-US" dirty="0">
              <a:latin typeface="Quadon Regular" pitchFamily="2" charset="77"/>
            </a:endParaRPr>
          </a:p>
        </p:txBody>
      </p:sp>
    </p:spTree>
    <p:extLst>
      <p:ext uri="{BB962C8B-B14F-4D97-AF65-F5344CB8AC3E}">
        <p14:creationId xmlns:p14="http://schemas.microsoft.com/office/powerpoint/2010/main" val="3295679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Quadon Regular" pitchFamily="2" charset="77"/>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Quadon Regular" pitchFamily="2" charset="77"/>
              </a:defRPr>
            </a:lvl1pPr>
          </a:lstStyle>
          <a:p>
            <a:fld id="{A20E2176-2878-124F-9D1F-E150291074BD}" type="datetimeFigureOut">
              <a:rPr lang="en-US" smtClean="0"/>
              <a:pPr/>
              <a:t>2/22/2026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Quadon Regular" pitchFamily="2" charset="77"/>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Quadon Regular" pitchFamily="2" charset="77"/>
              </a:defRPr>
            </a:lvl1pPr>
          </a:lstStyle>
          <a:p>
            <a:fld id="{13D3DDD1-A2AC-0143-A10E-767D06A6F773}" type="slidenum">
              <a:rPr lang="en-US" smtClean="0"/>
              <a:pPr/>
              <a:t>‹#›</a:t>
            </a:fld>
            <a:endParaRPr lang="en-US" dirty="0"/>
          </a:p>
        </p:txBody>
      </p:sp>
    </p:spTree>
    <p:extLst>
      <p:ext uri="{BB962C8B-B14F-4D97-AF65-F5344CB8AC3E}">
        <p14:creationId xmlns:p14="http://schemas.microsoft.com/office/powerpoint/2010/main" val="3835557496"/>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b="0" i="0" kern="1200">
        <a:solidFill>
          <a:schemeClr val="tx1"/>
        </a:solidFill>
        <a:latin typeface="Gentona Light"/>
        <a:ea typeface="+mn-ea"/>
        <a:cs typeface="Gentona Light"/>
      </a:defRPr>
    </a:lvl1pPr>
    <a:lvl2pPr marL="457200" algn="l" defTabSz="457200" rtl="0" eaLnBrk="1" latinLnBrk="0" hangingPunct="1">
      <a:defRPr sz="1200" b="0" i="0" kern="1200">
        <a:solidFill>
          <a:schemeClr val="tx1"/>
        </a:solidFill>
        <a:latin typeface="Gentona Light"/>
        <a:ea typeface="+mn-ea"/>
        <a:cs typeface="Gentona Light"/>
      </a:defRPr>
    </a:lvl2pPr>
    <a:lvl3pPr marL="914400" algn="l" defTabSz="457200" rtl="0" eaLnBrk="1" latinLnBrk="0" hangingPunct="1">
      <a:defRPr sz="1200" b="0" i="0" kern="1200">
        <a:solidFill>
          <a:schemeClr val="tx1"/>
        </a:solidFill>
        <a:latin typeface="Gentona Light"/>
        <a:ea typeface="+mn-ea"/>
        <a:cs typeface="Gentona Light"/>
      </a:defRPr>
    </a:lvl3pPr>
    <a:lvl4pPr marL="1371600" algn="l" defTabSz="457200" rtl="0" eaLnBrk="1" latinLnBrk="0" hangingPunct="1">
      <a:defRPr sz="1200" b="0" i="0" kern="1200">
        <a:solidFill>
          <a:schemeClr val="tx1"/>
        </a:solidFill>
        <a:latin typeface="Gentona Light"/>
        <a:ea typeface="+mn-ea"/>
        <a:cs typeface="Gentona Light"/>
      </a:defRPr>
    </a:lvl4pPr>
    <a:lvl5pPr marL="1828800" algn="l" defTabSz="457200" rtl="0" eaLnBrk="1" latinLnBrk="0" hangingPunct="1">
      <a:defRPr sz="1200" b="0" i="0" kern="1200">
        <a:solidFill>
          <a:schemeClr val="tx1"/>
        </a:solidFill>
        <a:latin typeface="Gentona Light"/>
        <a:ea typeface="+mn-ea"/>
        <a:cs typeface="Gentona Light"/>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7.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8.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9.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bg>
      <p:bgPr>
        <a:solidFill>
          <a:srgbClr val="6399AE"/>
        </a:solidFill>
        <a:effectLst/>
      </p:bgPr>
    </p:bg>
    <p:spTree>
      <p:nvGrpSpPr>
        <p:cNvPr id="1" name=""/>
        <p:cNvGrpSpPr/>
        <p:nvPr/>
      </p:nvGrpSpPr>
      <p:grpSpPr>
        <a:xfrm>
          <a:off x="0" y="0"/>
          <a:ext cx="0" cy="0"/>
          <a:chOff x="0" y="0"/>
          <a:chExt cx="0" cy="0"/>
        </a:xfrm>
      </p:grpSpPr>
      <p:sp>
        <p:nvSpPr>
          <p:cNvPr id="10" name="Title"/>
          <p:cNvSpPr>
            <a:spLocks noGrp="1" noChangeArrowheads="1"/>
          </p:cNvSpPr>
          <p:nvPr>
            <p:ph type="ctrTitle" hasCustomPrompt="1"/>
            <p:custDataLst>
              <p:tags r:id="rId1"/>
            </p:custDataLst>
          </p:nvPr>
        </p:nvSpPr>
        <p:spPr bwMode="auto">
          <a:xfrm>
            <a:off x="271463" y="1958024"/>
            <a:ext cx="6298670" cy="1101329"/>
          </a:xfrm>
          <a:prstGeom prst="rect">
            <a:avLst/>
          </a:prstGeom>
          <a:noFill/>
          <a:ln>
            <a:miter lim="800000"/>
            <a:headEnd/>
            <a:tailEnd/>
          </a:ln>
        </p:spPr>
        <p:txBody>
          <a:bodyPr lIns="91418" tIns="45710" rIns="91418" bIns="45710" anchor="b">
            <a:normAutofit/>
          </a:bodyPr>
          <a:lstStyle>
            <a:lvl1pPr>
              <a:defRPr sz="3200" b="0" i="0">
                <a:latin typeface="Quadon Regular" pitchFamily="2" charset="77"/>
                <a:cs typeface="Calibri"/>
              </a:defRPr>
            </a:lvl1pPr>
          </a:lstStyle>
          <a:p>
            <a:r>
              <a:rPr lang="en-US" dirty="0"/>
              <a:t>Click to add presentation title</a:t>
            </a:r>
          </a:p>
        </p:txBody>
      </p:sp>
      <p:sp>
        <p:nvSpPr>
          <p:cNvPr id="6" name="Faculty Name"/>
          <p:cNvSpPr>
            <a:spLocks noGrp="1" noChangeArrowheads="1"/>
          </p:cNvSpPr>
          <p:nvPr>
            <p:ph type="subTitle" idx="1" hasCustomPrompt="1"/>
            <p:custDataLst>
              <p:tags r:id="rId2"/>
            </p:custDataLst>
          </p:nvPr>
        </p:nvSpPr>
        <p:spPr bwMode="auto">
          <a:xfrm>
            <a:off x="411481" y="3287713"/>
            <a:ext cx="7024370" cy="1070928"/>
          </a:xfrm>
          <a:prstGeom prst="rect">
            <a:avLst/>
          </a:prstGeom>
          <a:noFill/>
          <a:ln>
            <a:noFill/>
            <a:miter lim="800000"/>
            <a:headEnd/>
            <a:tailEnd/>
          </a:ln>
        </p:spPr>
        <p:txBody>
          <a:bodyPr lIns="91429" tIns="45715" rIns="91429" bIns="45715">
            <a:normAutofit/>
          </a:bodyPr>
          <a:lstStyle>
            <a:lvl1pPr marL="0" indent="0" algn="r">
              <a:spcBef>
                <a:spcPct val="0"/>
              </a:spcBef>
              <a:buFont typeface="Wingdings" pitchFamily="-84" charset="2"/>
              <a:buNone/>
              <a:defRPr sz="2400" b="0" i="0" baseline="0">
                <a:solidFill>
                  <a:schemeClr val="bg1"/>
                </a:solidFill>
                <a:latin typeface="Quadon Regular" pitchFamily="2" charset="77"/>
                <a:cs typeface="Calibri"/>
              </a:defRPr>
            </a:lvl1pPr>
          </a:lstStyle>
          <a:p>
            <a:r>
              <a:rPr lang="en-US" dirty="0"/>
              <a:t>Click to add faculty name</a:t>
            </a:r>
          </a:p>
        </p:txBody>
      </p:sp>
      <p:sp>
        <p:nvSpPr>
          <p:cNvPr id="7" name="Faculty Photo"/>
          <p:cNvSpPr>
            <a:spLocks noGrp="1"/>
          </p:cNvSpPr>
          <p:nvPr>
            <p:ph type="pic" sz="quarter" idx="11" hasCustomPrompt="1"/>
          </p:nvPr>
        </p:nvSpPr>
        <p:spPr>
          <a:xfrm>
            <a:off x="7493288" y="3287713"/>
            <a:ext cx="1371600" cy="1371600"/>
          </a:xfrm>
          <a:prstGeom prst="rect">
            <a:avLst/>
          </a:prstGeom>
          <a:ln w="12700" cap="flat" cmpd="sng" algn="ctr">
            <a:solidFill>
              <a:srgbClr val="FFFFFF"/>
            </a:solidFill>
            <a:prstDash val="solid"/>
            <a:miter lim="800000"/>
            <a:headEnd type="none" w="med" len="med"/>
            <a:tailEnd type="none" w="med" len="med"/>
          </a:ln>
        </p:spPr>
        <p:txBody>
          <a:bodyPr/>
          <a:lstStyle>
            <a:lvl1pPr>
              <a:buNone/>
              <a:defRPr sz="1400" b="0" i="0">
                <a:solidFill>
                  <a:srgbClr val="FFFFFF"/>
                </a:solidFill>
                <a:latin typeface="Quadon Regular" pitchFamily="2" charset="77"/>
                <a:cs typeface="Arial"/>
              </a:defRPr>
            </a:lvl1pPr>
          </a:lstStyle>
          <a:p>
            <a:r>
              <a:rPr lang="en-US" dirty="0"/>
              <a:t>Drag image to placeholder or click icon to add</a:t>
            </a:r>
          </a:p>
        </p:txBody>
      </p:sp>
      <p:sp>
        <p:nvSpPr>
          <p:cNvPr id="3" name="Text Placeholder 1"/>
          <p:cNvSpPr>
            <a:spLocks noGrp="1"/>
          </p:cNvSpPr>
          <p:nvPr>
            <p:ph type="body" sz="quarter" idx="12" hasCustomPrompt="1"/>
          </p:nvPr>
        </p:nvSpPr>
        <p:spPr>
          <a:xfrm>
            <a:off x="271463" y="4659313"/>
            <a:ext cx="6318250" cy="396240"/>
          </a:xfrm>
          <a:ln>
            <a:noFill/>
          </a:ln>
        </p:spPr>
        <p:txBody>
          <a:bodyPr anchor="b">
            <a:noAutofit/>
          </a:bodyPr>
          <a:lstStyle>
            <a:lvl1pPr marL="0" indent="0">
              <a:buNone/>
              <a:defRPr sz="1400" i="1" baseline="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credits for others who contributed to this presentation</a:t>
            </a:r>
          </a:p>
        </p:txBody>
      </p:sp>
      <p:cxnSp>
        <p:nvCxnSpPr>
          <p:cNvPr id="9" name="Straight Connector 1"/>
          <p:cNvCxnSpPr>
            <a:cxnSpLocks noChangeShapeType="1"/>
          </p:cNvCxnSpPr>
          <p:nvPr userDrawn="1"/>
        </p:nvCxnSpPr>
        <p:spPr bwMode="auto">
          <a:xfrm>
            <a:off x="252413" y="3165475"/>
            <a:ext cx="6564947" cy="0"/>
          </a:xfrm>
          <a:prstGeom prst="line">
            <a:avLst/>
          </a:prstGeom>
          <a:noFill/>
          <a:ln w="9525">
            <a:solidFill>
              <a:srgbClr val="FFFFFF"/>
            </a:solidFill>
            <a:round/>
            <a:headEnd type="none" w="sm" len="sm"/>
            <a:tailEnd type="none" w="sm" len="sm"/>
          </a:ln>
        </p:spPr>
      </p:cxnSp>
      <p:pic>
        <p:nvPicPr>
          <p:cNvPr id="11" name="Picture 10" descr="JHU logo with text: Johns Hopkins University"/>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 y="1208"/>
            <a:ext cx="2676957" cy="1624392"/>
          </a:xfrm>
          <a:prstGeom prst="rect">
            <a:avLst/>
          </a:prstGeom>
        </p:spPr>
      </p:pic>
      <p:pic>
        <p:nvPicPr>
          <p:cNvPr id="12" name="Picture 11" descr="Watermark of Johns Hopkins University shield logo."/>
          <p:cNvPicPr>
            <a:picLocks noChangeAspect="1"/>
          </p:cNvPicPr>
          <p:nvPr userDrawn="1"/>
        </p:nvPicPr>
        <p:blipFill>
          <a:blip r:embed="rId5"/>
          <a:stretch>
            <a:fillRect/>
          </a:stretch>
        </p:blipFill>
        <p:spPr>
          <a:xfrm>
            <a:off x="4885087" y="146879"/>
            <a:ext cx="5394098" cy="5827201"/>
          </a:xfrm>
          <a:prstGeom prst="rect">
            <a:avLst/>
          </a:prstGeom>
        </p:spPr>
      </p:pic>
    </p:spTree>
    <p:extLst>
      <p:ext uri="{BB962C8B-B14F-4D97-AF65-F5344CB8AC3E}">
        <p14:creationId xmlns:p14="http://schemas.microsoft.com/office/powerpoint/2010/main" val="4279626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bg>
      <p:bgPr>
        <a:solidFill>
          <a:srgbClr val="6399AE"/>
        </a:solidFill>
        <a:effectLst/>
      </p:bgPr>
    </p:bg>
    <p:spTree>
      <p:nvGrpSpPr>
        <p:cNvPr id="1" name=""/>
        <p:cNvGrpSpPr/>
        <p:nvPr/>
      </p:nvGrpSpPr>
      <p:grpSpPr>
        <a:xfrm>
          <a:off x="0" y="0"/>
          <a:ext cx="0" cy="0"/>
          <a:chOff x="0" y="0"/>
          <a:chExt cx="0" cy="0"/>
        </a:xfrm>
      </p:grpSpPr>
      <p:sp>
        <p:nvSpPr>
          <p:cNvPr id="10" name="Title"/>
          <p:cNvSpPr>
            <a:spLocks noGrp="1" noChangeArrowheads="1"/>
          </p:cNvSpPr>
          <p:nvPr>
            <p:ph type="ctrTitle" hasCustomPrompt="1"/>
            <p:custDataLst>
              <p:tags r:id="rId1"/>
            </p:custDataLst>
          </p:nvPr>
        </p:nvSpPr>
        <p:spPr bwMode="auto">
          <a:xfrm>
            <a:off x="271463" y="1958024"/>
            <a:ext cx="6298670" cy="1101329"/>
          </a:xfrm>
          <a:prstGeom prst="rect">
            <a:avLst/>
          </a:prstGeom>
          <a:noFill/>
          <a:ln>
            <a:miter lim="800000"/>
            <a:headEnd/>
            <a:tailEnd/>
          </a:ln>
        </p:spPr>
        <p:txBody>
          <a:bodyPr lIns="91418" tIns="45710" rIns="91418" bIns="45710" anchor="b">
            <a:normAutofit/>
          </a:bodyPr>
          <a:lstStyle>
            <a:lvl1pPr>
              <a:defRPr sz="3200" b="0" i="0">
                <a:latin typeface="Quadon Regular" pitchFamily="2" charset="77"/>
                <a:cs typeface="Calibri"/>
              </a:defRPr>
            </a:lvl1pPr>
          </a:lstStyle>
          <a:p>
            <a:r>
              <a:rPr lang="en-US" dirty="0"/>
              <a:t>Click to add presentation title</a:t>
            </a:r>
          </a:p>
        </p:txBody>
      </p:sp>
      <p:sp>
        <p:nvSpPr>
          <p:cNvPr id="6" name="Faculty Name 1"/>
          <p:cNvSpPr>
            <a:spLocks noGrp="1" noChangeArrowheads="1"/>
          </p:cNvSpPr>
          <p:nvPr>
            <p:ph type="subTitle" idx="1" hasCustomPrompt="1"/>
            <p:custDataLst>
              <p:tags r:id="rId2"/>
            </p:custDataLst>
          </p:nvPr>
        </p:nvSpPr>
        <p:spPr bwMode="auto">
          <a:xfrm>
            <a:off x="271463" y="3282951"/>
            <a:ext cx="2898457" cy="1070928"/>
          </a:xfrm>
          <a:prstGeom prst="rect">
            <a:avLst/>
          </a:prstGeom>
          <a:noFill/>
          <a:ln>
            <a:noFill/>
            <a:miter lim="800000"/>
            <a:headEnd/>
            <a:tailEnd/>
          </a:ln>
        </p:spPr>
        <p:txBody>
          <a:bodyPr lIns="91429" tIns="45715" rIns="91429" bIns="45715">
            <a:normAutofit/>
          </a:bodyPr>
          <a:lstStyle>
            <a:lvl1pPr marL="0" indent="0" algn="r">
              <a:spcBef>
                <a:spcPct val="0"/>
              </a:spcBef>
              <a:buFont typeface="Wingdings" pitchFamily="-84" charset="2"/>
              <a:buNone/>
              <a:defRPr sz="2400" b="0" i="0">
                <a:solidFill>
                  <a:schemeClr val="bg1"/>
                </a:solidFill>
                <a:latin typeface="Quadon Regular"/>
                <a:cs typeface="Quadon Regular"/>
              </a:defRPr>
            </a:lvl1pPr>
          </a:lstStyle>
          <a:p>
            <a:r>
              <a:rPr lang="en-US" dirty="0"/>
              <a:t>Click to add faculty 1 name</a:t>
            </a:r>
          </a:p>
        </p:txBody>
      </p:sp>
      <p:sp>
        <p:nvSpPr>
          <p:cNvPr id="12" name="Faculty Photo 1"/>
          <p:cNvSpPr>
            <a:spLocks noGrp="1"/>
          </p:cNvSpPr>
          <p:nvPr>
            <p:ph type="pic" sz="quarter" idx="13" hasCustomPrompt="1"/>
          </p:nvPr>
        </p:nvSpPr>
        <p:spPr>
          <a:xfrm>
            <a:off x="3256568" y="3287713"/>
            <a:ext cx="1371600" cy="1371600"/>
          </a:xfrm>
          <a:prstGeom prst="rect">
            <a:avLst/>
          </a:prstGeom>
          <a:ln w="12700" cap="flat" cmpd="sng" algn="ctr">
            <a:solidFill>
              <a:srgbClr val="FFFFFF"/>
            </a:solidFill>
            <a:prstDash val="solid"/>
            <a:miter lim="800000"/>
            <a:headEnd type="none" w="med" len="med"/>
            <a:tailEnd type="none" w="med" len="med"/>
          </a:ln>
        </p:spPr>
        <p:txBody>
          <a:bodyPr/>
          <a:lstStyle>
            <a:lvl1pPr>
              <a:buNone/>
              <a:defRPr sz="1400" b="0" i="0">
                <a:solidFill>
                  <a:srgbClr val="FFFFFF"/>
                </a:solidFill>
                <a:latin typeface="Quadon Regular" pitchFamily="2" charset="77"/>
                <a:cs typeface="Arial"/>
              </a:defRPr>
            </a:lvl1pPr>
          </a:lstStyle>
          <a:p>
            <a:r>
              <a:rPr lang="en-US" dirty="0"/>
              <a:t>Drag image to placeholder or click icon to add</a:t>
            </a:r>
          </a:p>
        </p:txBody>
      </p:sp>
      <p:sp>
        <p:nvSpPr>
          <p:cNvPr id="3" name="Faculty Name 2"/>
          <p:cNvSpPr>
            <a:spLocks noGrp="1"/>
          </p:cNvSpPr>
          <p:nvPr>
            <p:ph type="body" sz="quarter" idx="15" hasCustomPrompt="1"/>
          </p:nvPr>
        </p:nvSpPr>
        <p:spPr>
          <a:xfrm>
            <a:off x="4684508" y="3287713"/>
            <a:ext cx="2722131" cy="1066166"/>
          </a:xfrm>
          <a:ln>
            <a:noFill/>
          </a:ln>
        </p:spPr>
        <p:txBody>
          <a:bodyPr>
            <a:normAutofit/>
          </a:bodyPr>
          <a:lstStyle>
            <a:lvl1pPr marL="0" indent="0" algn="r">
              <a:spcBef>
                <a:spcPts val="0"/>
              </a:spcBef>
              <a:buNone/>
              <a:defRPr sz="2400" baseline="0">
                <a:solidFill>
                  <a:schemeClr val="bg1"/>
                </a:solidFill>
                <a:latin typeface="Quadon Regular"/>
                <a:cs typeface="Quadon Regular"/>
              </a:defRPr>
            </a:lvl1pPr>
            <a:lvl2pPr marL="457200" indent="0">
              <a:buNone/>
              <a:defRPr/>
            </a:lvl2pPr>
            <a:lvl3pPr marL="798513" indent="0">
              <a:buNone/>
              <a:defRPr/>
            </a:lvl3pPr>
            <a:lvl4pPr marL="1371600" indent="0">
              <a:buNone/>
              <a:defRPr/>
            </a:lvl4pPr>
            <a:lvl5pPr marL="1828800" indent="0">
              <a:buNone/>
              <a:defRPr/>
            </a:lvl5pPr>
          </a:lstStyle>
          <a:p>
            <a:pPr lvl="0"/>
            <a:r>
              <a:rPr lang="en-US" dirty="0"/>
              <a:t>Click to add faculty 2 name</a:t>
            </a:r>
          </a:p>
        </p:txBody>
      </p:sp>
      <p:sp>
        <p:nvSpPr>
          <p:cNvPr id="7" name="Faculty Photo 2"/>
          <p:cNvSpPr>
            <a:spLocks noGrp="1"/>
          </p:cNvSpPr>
          <p:nvPr>
            <p:ph type="pic" sz="quarter" idx="11" hasCustomPrompt="1"/>
          </p:nvPr>
        </p:nvSpPr>
        <p:spPr>
          <a:xfrm>
            <a:off x="7493288" y="3287713"/>
            <a:ext cx="1371600" cy="1371600"/>
          </a:xfrm>
          <a:prstGeom prst="rect">
            <a:avLst/>
          </a:prstGeom>
          <a:ln w="12700" cap="flat" cmpd="sng" algn="ctr">
            <a:solidFill>
              <a:srgbClr val="FFFFFF"/>
            </a:solidFill>
            <a:prstDash val="solid"/>
            <a:miter lim="800000"/>
            <a:headEnd type="none" w="med" len="med"/>
            <a:tailEnd type="none" w="med" len="med"/>
          </a:ln>
        </p:spPr>
        <p:txBody>
          <a:bodyPr/>
          <a:lstStyle>
            <a:lvl1pPr>
              <a:buNone/>
              <a:defRPr sz="1400" b="0" i="0">
                <a:solidFill>
                  <a:srgbClr val="FFFFFF"/>
                </a:solidFill>
                <a:latin typeface="Quadon Regular" pitchFamily="2" charset="77"/>
                <a:cs typeface="Arial"/>
              </a:defRPr>
            </a:lvl1pPr>
          </a:lstStyle>
          <a:p>
            <a:r>
              <a:rPr lang="en-US" dirty="0"/>
              <a:t>Drag image to placeholder or click icon to add</a:t>
            </a:r>
          </a:p>
        </p:txBody>
      </p:sp>
      <p:sp>
        <p:nvSpPr>
          <p:cNvPr id="13" name="Text Placeholder 1"/>
          <p:cNvSpPr>
            <a:spLocks noGrp="1"/>
          </p:cNvSpPr>
          <p:nvPr>
            <p:ph type="body" sz="quarter" idx="12" hasCustomPrompt="1"/>
          </p:nvPr>
        </p:nvSpPr>
        <p:spPr>
          <a:xfrm>
            <a:off x="271463" y="4659313"/>
            <a:ext cx="6318250" cy="396240"/>
          </a:xfrm>
          <a:ln>
            <a:noFill/>
          </a:ln>
        </p:spPr>
        <p:txBody>
          <a:bodyPr anchor="b">
            <a:noAutofit/>
          </a:bodyPr>
          <a:lstStyle>
            <a:lvl1pPr marL="0" indent="0">
              <a:buNone/>
              <a:defRPr sz="1400" i="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credits for others who contributed to this presentation</a:t>
            </a:r>
          </a:p>
        </p:txBody>
      </p:sp>
      <p:cxnSp>
        <p:nvCxnSpPr>
          <p:cNvPr id="9" name="Straight Connector 1"/>
          <p:cNvCxnSpPr>
            <a:cxnSpLocks noChangeShapeType="1"/>
          </p:cNvCxnSpPr>
          <p:nvPr userDrawn="1"/>
        </p:nvCxnSpPr>
        <p:spPr bwMode="auto">
          <a:xfrm>
            <a:off x="252413" y="3165475"/>
            <a:ext cx="6564947" cy="0"/>
          </a:xfrm>
          <a:prstGeom prst="line">
            <a:avLst/>
          </a:prstGeom>
          <a:noFill/>
          <a:ln w="9525">
            <a:solidFill>
              <a:srgbClr val="FFFFFF"/>
            </a:solidFill>
            <a:round/>
            <a:headEnd type="none" w="sm" len="sm"/>
            <a:tailEnd type="none" w="sm" len="sm"/>
          </a:ln>
        </p:spPr>
      </p:cxnSp>
      <p:pic>
        <p:nvPicPr>
          <p:cNvPr id="15" name="Picture 14" descr="JHU logo with text: Johns Hopkins University"/>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 y="1208"/>
            <a:ext cx="2676957" cy="1624392"/>
          </a:xfrm>
          <a:prstGeom prst="rect">
            <a:avLst/>
          </a:prstGeom>
        </p:spPr>
      </p:pic>
      <p:pic>
        <p:nvPicPr>
          <p:cNvPr id="16" name="Picture 15" descr="Watermark of Johns Hopkins University shield logo."/>
          <p:cNvPicPr>
            <a:picLocks noChangeAspect="1"/>
          </p:cNvPicPr>
          <p:nvPr userDrawn="1"/>
        </p:nvPicPr>
        <p:blipFill>
          <a:blip r:embed="rId5"/>
          <a:stretch>
            <a:fillRect/>
          </a:stretch>
        </p:blipFill>
        <p:spPr>
          <a:xfrm>
            <a:off x="4885087" y="146879"/>
            <a:ext cx="5394098" cy="5827201"/>
          </a:xfrm>
          <a:prstGeom prst="rect">
            <a:avLst/>
          </a:prstGeom>
        </p:spPr>
      </p:pic>
    </p:spTree>
    <p:extLst>
      <p:ext uri="{BB962C8B-B14F-4D97-AF65-F5344CB8AC3E}">
        <p14:creationId xmlns:p14="http://schemas.microsoft.com/office/powerpoint/2010/main" val="3956230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p:bg>
      <p:bgPr>
        <a:solidFill>
          <a:srgbClr val="6399AE"/>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56682" y="3258502"/>
            <a:ext cx="4886325" cy="1293177"/>
          </a:xfrm>
        </p:spPr>
        <p:txBody>
          <a:bodyPr anchor="t">
            <a:normAutofit/>
          </a:bodyPr>
          <a:lstStyle>
            <a:lvl1pPr>
              <a:defRPr sz="2400">
                <a:solidFill>
                  <a:schemeClr val="bg1"/>
                </a:solidFill>
              </a:defRPr>
            </a:lvl1pPr>
          </a:lstStyle>
          <a:p>
            <a:r>
              <a:rPr lang="en-US" dirty="0"/>
              <a:t>Click to add section title</a:t>
            </a:r>
          </a:p>
        </p:txBody>
      </p:sp>
      <p:sp>
        <p:nvSpPr>
          <p:cNvPr id="6" name="Rectangle 5"/>
          <p:cNvSpPr/>
          <p:nvPr userDrawn="1"/>
        </p:nvSpPr>
        <p:spPr>
          <a:xfrm>
            <a:off x="98216" y="4471095"/>
            <a:ext cx="8964504" cy="338554"/>
          </a:xfrm>
          <a:prstGeom prst="rect">
            <a:avLst/>
          </a:prstGeom>
        </p:spPr>
        <p:txBody>
          <a:bodyPr wrap="square" lIns="0" tIns="0" rIns="0" bIns="0">
            <a:spAutoFit/>
          </a:bodyPr>
          <a:lstStyle/>
          <a:p>
            <a:pPr algn="ctr"/>
            <a:r>
              <a:rPr lang="en-US" sz="1100" b="0" i="0" kern="1200" dirty="0">
                <a:solidFill>
                  <a:schemeClr val="bg1"/>
                </a:solidFill>
                <a:latin typeface="Gentona Light"/>
                <a:ea typeface="ＭＳ Ｐゴシック" pitchFamily="-1" charset="-128"/>
                <a:cs typeface="Gentona Light"/>
              </a:rPr>
              <a:t>The material in this video is subject to the copyright of the owners of the material and is being provided for educational purposes</a:t>
            </a:r>
            <a:r>
              <a:rPr lang="en-US" sz="1100" b="0" i="0" kern="1200" baseline="0" dirty="0">
                <a:solidFill>
                  <a:schemeClr val="bg1"/>
                </a:solidFill>
                <a:latin typeface="Gentona Light"/>
                <a:ea typeface="ＭＳ Ｐゴシック" pitchFamily="-1" charset="-128"/>
                <a:cs typeface="Gentona Light"/>
              </a:rPr>
              <a:t> </a:t>
            </a:r>
            <a:r>
              <a:rPr lang="en-US" sz="1100" b="0" i="0" kern="1200" dirty="0">
                <a:solidFill>
                  <a:schemeClr val="bg1"/>
                </a:solidFill>
                <a:latin typeface="Gentona Light"/>
                <a:ea typeface="ＭＳ Ｐゴシック" pitchFamily="-1" charset="-128"/>
                <a:cs typeface="Gentona Light"/>
              </a:rPr>
              <a:t>under</a:t>
            </a:r>
            <a:br>
              <a:rPr lang="en-US" sz="1100" b="0" i="0" kern="1200" dirty="0">
                <a:solidFill>
                  <a:schemeClr val="bg1"/>
                </a:solidFill>
                <a:latin typeface="Gentona Light"/>
                <a:ea typeface="ＭＳ Ｐゴシック" pitchFamily="-1" charset="-128"/>
                <a:cs typeface="Gentona Light"/>
              </a:rPr>
            </a:br>
            <a:r>
              <a:rPr lang="en-US" sz="1100" b="0" i="0" kern="1200" dirty="0">
                <a:solidFill>
                  <a:schemeClr val="bg1"/>
                </a:solidFill>
                <a:latin typeface="Gentona Light"/>
                <a:ea typeface="ＭＳ Ｐゴシック" pitchFamily="-1" charset="-128"/>
                <a:cs typeface="Gentona Light"/>
              </a:rPr>
              <a:t>rules of fair use for registered students in this course only. No additional copies of the copyrighted work may be made or distributed.</a:t>
            </a:r>
            <a:endParaRPr lang="en-US" sz="1100" b="0" i="0" dirty="0">
              <a:solidFill>
                <a:schemeClr val="bg1"/>
              </a:solidFill>
              <a:latin typeface="Gentona Light"/>
              <a:cs typeface="Gentona Light"/>
            </a:endParaRPr>
          </a:p>
        </p:txBody>
      </p:sp>
      <p:cxnSp>
        <p:nvCxnSpPr>
          <p:cNvPr id="10" name="Straight Connector 1"/>
          <p:cNvCxnSpPr>
            <a:cxnSpLocks noChangeShapeType="1"/>
          </p:cNvCxnSpPr>
          <p:nvPr userDrawn="1"/>
        </p:nvCxnSpPr>
        <p:spPr bwMode="auto">
          <a:xfrm>
            <a:off x="256682" y="3165475"/>
            <a:ext cx="4910138" cy="1588"/>
          </a:xfrm>
          <a:prstGeom prst="line">
            <a:avLst/>
          </a:prstGeom>
          <a:noFill/>
          <a:ln w="9525">
            <a:solidFill>
              <a:srgbClr val="FFFFFF"/>
            </a:solidFill>
            <a:round/>
            <a:headEnd type="none" w="sm" len="sm"/>
            <a:tailEnd type="none" w="sm" len="sm"/>
          </a:ln>
        </p:spPr>
      </p:cxnSp>
      <p:pic>
        <p:nvPicPr>
          <p:cNvPr id="7" name="Picture 6" descr="JHU logo with text: Johns Hopkins University"/>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208"/>
            <a:ext cx="2676957" cy="1624392"/>
          </a:xfrm>
          <a:prstGeom prst="rect">
            <a:avLst/>
          </a:prstGeom>
        </p:spPr>
      </p:pic>
      <p:pic>
        <p:nvPicPr>
          <p:cNvPr id="8" name="Picture 7" descr="Watermark of Johns Hopkins University shield logo."/>
          <p:cNvPicPr>
            <a:picLocks noChangeAspect="1"/>
          </p:cNvPicPr>
          <p:nvPr userDrawn="1"/>
        </p:nvPicPr>
        <p:blipFill>
          <a:blip r:embed="rId3"/>
          <a:stretch>
            <a:fillRect/>
          </a:stretch>
        </p:blipFill>
        <p:spPr>
          <a:xfrm>
            <a:off x="4885087" y="146879"/>
            <a:ext cx="5394098" cy="5827201"/>
          </a:xfrm>
          <a:prstGeom prst="rect">
            <a:avLst/>
          </a:prstGeom>
        </p:spPr>
      </p:pic>
    </p:spTree>
    <p:extLst>
      <p:ext uri="{BB962C8B-B14F-4D97-AF65-F5344CB8AC3E}">
        <p14:creationId xmlns:p14="http://schemas.microsoft.com/office/powerpoint/2010/main" val="1914662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ormal">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3200"/>
            </a:lvl1pPr>
          </a:lstStyle>
          <a:p>
            <a:r>
              <a:rPr lang="en-US" dirty="0"/>
              <a:t>Click to add slide title</a:t>
            </a:r>
          </a:p>
        </p:txBody>
      </p:sp>
      <p:sp>
        <p:nvSpPr>
          <p:cNvPr id="3" name="Content Placeholder 1"/>
          <p:cNvSpPr>
            <a:spLocks noGrp="1"/>
          </p:cNvSpPr>
          <p:nvPr>
            <p:ph idx="1" hasCustomPrompt="1"/>
          </p:nvPr>
        </p:nvSpPr>
        <p:spPr>
          <a:ln>
            <a:noFill/>
          </a:ln>
        </p:spPr>
        <p:txBody>
          <a:bodyPr>
            <a:normAutofit/>
          </a:bodyPr>
          <a:lstStyle>
            <a:lvl1pPr marL="288925" indent="-288925">
              <a:buClr>
                <a:schemeClr val="accent1"/>
              </a:buClr>
              <a:buFont typeface="Arial" panose="020B0604020202020204" pitchFamily="34" charset="0"/>
              <a:buChar char="►"/>
              <a:defRPr sz="2400" baseline="0"/>
            </a:lvl1pPr>
            <a:lvl2pPr marL="568325" indent="-284163">
              <a:buClr>
                <a:schemeClr val="accent1"/>
              </a:buClr>
              <a:buFont typeface="Wingdings" charset="2"/>
              <a:buChar char="v"/>
              <a:defRPr sz="2400"/>
            </a:lvl2pPr>
            <a:lvl3pPr marL="808038" indent="-234950">
              <a:buClr>
                <a:schemeClr val="accent1"/>
              </a:buClr>
              <a:buFont typeface="Arial" panose="020B0604020202020204" pitchFamily="34" charset="0"/>
              <a:buChar char="●"/>
              <a:tabLst/>
              <a:defRPr sz="2400"/>
            </a:lvl3pPr>
            <a:lvl4pPr marL="1371600" indent="0">
              <a:buNone/>
              <a:defRPr/>
            </a:lvl4pPr>
            <a:lvl5pPr marL="1828800" indent="0">
              <a:buNone/>
              <a:defRPr/>
            </a:lvl5pPr>
          </a:lstStyle>
          <a:p>
            <a:pPr lvl="0"/>
            <a:r>
              <a:rPr lang="en-US" dirty="0"/>
              <a:t>Click to add first-level bullet</a:t>
            </a:r>
          </a:p>
          <a:p>
            <a:pPr lvl="1"/>
            <a:r>
              <a:rPr lang="en-US" dirty="0"/>
              <a:t>Second level</a:t>
            </a:r>
          </a:p>
          <a:p>
            <a:pPr lvl="2"/>
            <a:r>
              <a:rPr lang="en-US" dirty="0"/>
              <a:t>Third level</a:t>
            </a:r>
          </a:p>
        </p:txBody>
      </p:sp>
      <p:sp>
        <p:nvSpPr>
          <p:cNvPr id="5" name="Source"/>
          <p:cNvSpPr>
            <a:spLocks noGrp="1"/>
          </p:cNvSpPr>
          <p:nvPr>
            <p:ph idx="11" hasCustomPrompt="1"/>
          </p:nvPr>
        </p:nvSpPr>
        <p:spPr>
          <a:xfrm>
            <a:off x="149313" y="4784089"/>
            <a:ext cx="8131087" cy="280036"/>
          </a:xfrm>
          <a:prstGeom prst="rect">
            <a:avLst/>
          </a:prstGeom>
          <a:noFill/>
          <a:ln w="9525" cap="flat" cmpd="sng" algn="ctr">
            <a:noFill/>
            <a:prstDash val="solid"/>
            <a:miter lim="800000"/>
            <a:headEnd type="none" w="med" len="med"/>
            <a:tailEnd type="none" w="med" len="med"/>
          </a:ln>
        </p:spPr>
        <p:txBody>
          <a:bodyPr lIns="0" tIns="0" rIns="0" bIns="0" anchor="b">
            <a:normAutofit/>
          </a:bodyPr>
          <a:lstStyle>
            <a:lvl1pPr marL="0" marR="0" indent="0" algn="l" defTabSz="914400" rtl="0" eaLnBrk="0" fontAlgn="base" latinLnBrk="0" hangingPunct="0">
              <a:lnSpc>
                <a:spcPct val="100000"/>
              </a:lnSpc>
              <a:spcBef>
                <a:spcPts val="0"/>
              </a:spcBef>
              <a:spcAft>
                <a:spcPct val="0"/>
              </a:spcAft>
              <a:buClr>
                <a:srgbClr val="B50D0D"/>
              </a:buClr>
              <a:buSzPct val="100000"/>
              <a:buFont typeface="Wingdings" pitchFamily="-1" charset="2"/>
              <a:buNone/>
              <a:tabLst/>
              <a:defRPr sz="1200" b="0" i="0" baseline="0">
                <a:solidFill>
                  <a:srgbClr val="000000"/>
                </a:solidFill>
                <a:latin typeface="Gentona Light"/>
                <a:cs typeface="Gentona Light"/>
              </a:defRPr>
            </a:lvl1pPr>
            <a:lvl2pPr marL="749300" indent="-406400">
              <a:spcBef>
                <a:spcPts val="0"/>
              </a:spcBef>
              <a:buClr>
                <a:srgbClr val="B50D0D"/>
              </a:buClr>
              <a:buFont typeface="Lucida Grande"/>
              <a:buNone/>
              <a:defRPr sz="1000">
                <a:latin typeface="Georgia"/>
                <a:cs typeface="Georgia"/>
              </a:defRPr>
            </a:lvl2pPr>
            <a:lvl3pPr marL="800100" indent="342900">
              <a:spcBef>
                <a:spcPts val="0"/>
              </a:spcBef>
              <a:buClr>
                <a:srgbClr val="B50D0D"/>
              </a:buClr>
              <a:buNone/>
              <a:defRPr sz="1000" baseline="0">
                <a:latin typeface="Georgia"/>
                <a:cs typeface="Georgia"/>
              </a:defRPr>
            </a:lvl3pPr>
            <a:lvl4pPr>
              <a:buClr>
                <a:srgbClr val="B50D0D"/>
              </a:buClr>
              <a:defRPr sz="2800"/>
            </a:lvl4pPr>
            <a:lvl5pPr>
              <a:buClr>
                <a:srgbClr val="B50D0D"/>
              </a:buClr>
              <a:defRPr sz="2800"/>
            </a:lvl5pPr>
          </a:lstStyle>
          <a:p>
            <a:pPr lvl="0"/>
            <a:r>
              <a:rPr lang="en-US" dirty="0"/>
              <a:t>Click to add source information</a:t>
            </a:r>
          </a:p>
        </p:txBody>
      </p:sp>
    </p:spTree>
    <p:extLst>
      <p:ext uri="{BB962C8B-B14F-4D97-AF65-F5344CB8AC3E}">
        <p14:creationId xmlns:p14="http://schemas.microsoft.com/office/powerpoint/2010/main" val="1524361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p:bg>
      <p:bgPr>
        <a:solidFill>
          <a:srgbClr val="FFFFFF"/>
        </a:solidFill>
        <a:effectLst/>
      </p:bgPr>
    </p:bg>
    <p:spTree>
      <p:nvGrpSpPr>
        <p:cNvPr id="1" name=""/>
        <p:cNvGrpSpPr/>
        <p:nvPr/>
      </p:nvGrpSpPr>
      <p:grpSpPr>
        <a:xfrm>
          <a:off x="0" y="0"/>
          <a:ext cx="0" cy="0"/>
          <a:chOff x="0" y="0"/>
          <a:chExt cx="0" cy="0"/>
        </a:xfrm>
      </p:grpSpPr>
      <p:sp>
        <p:nvSpPr>
          <p:cNvPr id="16" name="Title 1"/>
          <p:cNvSpPr>
            <a:spLocks noGrp="1"/>
          </p:cNvSpPr>
          <p:nvPr>
            <p:ph type="title" hasCustomPrompt="1"/>
          </p:nvPr>
        </p:nvSpPr>
        <p:spPr>
          <a:xfrm>
            <a:off x="149313" y="53975"/>
            <a:ext cx="8858161" cy="857250"/>
          </a:xfrm>
          <a:prstGeom prst="rect">
            <a:avLst/>
          </a:prstGeom>
        </p:spPr>
        <p:txBody>
          <a:bodyPr vert="horz" lIns="91440" tIns="45720" rIns="91440" bIns="45720" rtlCol="0" anchor="ctr">
            <a:normAutofit/>
          </a:bodyPr>
          <a:lstStyle>
            <a:lvl1pPr>
              <a:defRPr baseline="0"/>
            </a:lvl1pPr>
          </a:lstStyle>
          <a:p>
            <a:r>
              <a:rPr lang="en-US" dirty="0"/>
              <a:t>Click to add slide title</a:t>
            </a:r>
          </a:p>
        </p:txBody>
      </p:sp>
      <p:sp>
        <p:nvSpPr>
          <p:cNvPr id="10" name="Source"/>
          <p:cNvSpPr>
            <a:spLocks noGrp="1"/>
          </p:cNvSpPr>
          <p:nvPr>
            <p:ph idx="11" hasCustomPrompt="1"/>
          </p:nvPr>
        </p:nvSpPr>
        <p:spPr>
          <a:xfrm>
            <a:off x="149313" y="4784089"/>
            <a:ext cx="8131087" cy="280036"/>
          </a:xfrm>
          <a:prstGeom prst="rect">
            <a:avLst/>
          </a:prstGeom>
          <a:noFill/>
          <a:ln w="9525" cap="flat" cmpd="sng" algn="ctr">
            <a:noFill/>
            <a:prstDash val="solid"/>
            <a:miter lim="800000"/>
            <a:headEnd type="none" w="med" len="med"/>
            <a:tailEnd type="none" w="med" len="med"/>
          </a:ln>
        </p:spPr>
        <p:txBody>
          <a:bodyPr lIns="0" tIns="0" rIns="0" bIns="0" anchor="b">
            <a:normAutofit/>
          </a:bodyPr>
          <a:lstStyle>
            <a:lvl1pPr marL="0" marR="0" indent="0" algn="l" defTabSz="914400" rtl="0" eaLnBrk="0" fontAlgn="base" latinLnBrk="0" hangingPunct="0">
              <a:lnSpc>
                <a:spcPct val="100000"/>
              </a:lnSpc>
              <a:spcBef>
                <a:spcPts val="0"/>
              </a:spcBef>
              <a:spcAft>
                <a:spcPct val="0"/>
              </a:spcAft>
              <a:buClr>
                <a:srgbClr val="B50D0D"/>
              </a:buClr>
              <a:buSzPct val="100000"/>
              <a:buFont typeface="Wingdings" pitchFamily="-1" charset="2"/>
              <a:buNone/>
              <a:tabLst/>
              <a:defRPr sz="1200" b="0" i="0" baseline="0">
                <a:solidFill>
                  <a:srgbClr val="000000"/>
                </a:solidFill>
                <a:latin typeface="Gentona Light"/>
                <a:cs typeface="Gentona Light"/>
              </a:defRPr>
            </a:lvl1pPr>
            <a:lvl2pPr marL="749300" indent="-406400">
              <a:spcBef>
                <a:spcPts val="0"/>
              </a:spcBef>
              <a:buClr>
                <a:srgbClr val="B50D0D"/>
              </a:buClr>
              <a:buFont typeface="Lucida Grande"/>
              <a:buNone/>
              <a:defRPr sz="1000">
                <a:latin typeface="Georgia"/>
                <a:cs typeface="Georgia"/>
              </a:defRPr>
            </a:lvl2pPr>
            <a:lvl3pPr marL="800100" indent="342900">
              <a:spcBef>
                <a:spcPts val="0"/>
              </a:spcBef>
              <a:buClr>
                <a:srgbClr val="B50D0D"/>
              </a:buClr>
              <a:buNone/>
              <a:defRPr sz="1000" baseline="0">
                <a:latin typeface="Georgia"/>
                <a:cs typeface="Georgia"/>
              </a:defRPr>
            </a:lvl3pPr>
            <a:lvl4pPr>
              <a:buClr>
                <a:srgbClr val="B50D0D"/>
              </a:buClr>
              <a:defRPr sz="2800"/>
            </a:lvl4pPr>
            <a:lvl5pPr>
              <a:buClr>
                <a:srgbClr val="B50D0D"/>
              </a:buClr>
              <a:defRPr sz="2800"/>
            </a:lvl5pPr>
          </a:lstStyle>
          <a:p>
            <a:pPr lvl="0"/>
            <a:r>
              <a:rPr lang="en-US" dirty="0"/>
              <a:t>Click to add source information</a:t>
            </a:r>
          </a:p>
        </p:txBody>
      </p:sp>
      <p:sp>
        <p:nvSpPr>
          <p:cNvPr id="6" name="Content Placeholder 1"/>
          <p:cNvSpPr>
            <a:spLocks noGrp="1"/>
          </p:cNvSpPr>
          <p:nvPr>
            <p:ph idx="1" hasCustomPrompt="1"/>
          </p:nvPr>
        </p:nvSpPr>
        <p:spPr>
          <a:xfrm>
            <a:off x="149313" y="1201422"/>
            <a:ext cx="4391516" cy="3394472"/>
          </a:xfrm>
          <a:ln>
            <a:noFill/>
          </a:ln>
        </p:spPr>
        <p:txBody>
          <a:bodyPr>
            <a:normAutofit/>
          </a:bodyPr>
          <a:lstStyle>
            <a:lvl1pPr marL="288925" indent="-288925">
              <a:buClr>
                <a:schemeClr val="accent1"/>
              </a:buClr>
              <a:buFont typeface="Arial" panose="020B0604020202020204" pitchFamily="34" charset="0"/>
              <a:buChar char="►"/>
              <a:defRPr sz="2400" baseline="0"/>
            </a:lvl1pPr>
            <a:lvl2pPr marL="568325" indent="-284163">
              <a:buClr>
                <a:schemeClr val="accent1"/>
              </a:buClr>
              <a:buFont typeface="Wingdings" charset="2"/>
              <a:buChar char="v"/>
              <a:defRPr sz="2400"/>
            </a:lvl2pPr>
            <a:lvl3pPr marL="808038" indent="-234950">
              <a:buClr>
                <a:schemeClr val="accent1"/>
              </a:buClr>
              <a:buFont typeface="Arial" panose="020B0604020202020204" pitchFamily="34" charset="0"/>
              <a:buChar char="●"/>
              <a:tabLst/>
              <a:defRPr sz="2400"/>
            </a:lvl3pPr>
            <a:lvl4pPr marL="1371600" indent="0">
              <a:buNone/>
              <a:defRPr/>
            </a:lvl4pPr>
            <a:lvl5pPr marL="1828800" indent="0">
              <a:buNone/>
              <a:defRPr/>
            </a:lvl5pPr>
          </a:lstStyle>
          <a:p>
            <a:pPr lvl="0"/>
            <a:r>
              <a:rPr lang="en-US" dirty="0"/>
              <a:t>Click to add first-level bullet</a:t>
            </a:r>
          </a:p>
          <a:p>
            <a:pPr lvl="1"/>
            <a:r>
              <a:rPr lang="en-US" dirty="0"/>
              <a:t>Second level</a:t>
            </a:r>
          </a:p>
          <a:p>
            <a:pPr lvl="2"/>
            <a:r>
              <a:rPr lang="en-US" dirty="0"/>
              <a:t>Third level</a:t>
            </a:r>
          </a:p>
        </p:txBody>
      </p:sp>
      <p:sp>
        <p:nvSpPr>
          <p:cNvPr id="9" name="Content Placeholder 1"/>
          <p:cNvSpPr>
            <a:spLocks noGrp="1"/>
          </p:cNvSpPr>
          <p:nvPr>
            <p:ph idx="13" hasCustomPrompt="1"/>
          </p:nvPr>
        </p:nvSpPr>
        <p:spPr>
          <a:xfrm>
            <a:off x="4615958" y="1201422"/>
            <a:ext cx="4391516" cy="3394472"/>
          </a:xfrm>
          <a:ln>
            <a:noFill/>
          </a:ln>
        </p:spPr>
        <p:txBody>
          <a:bodyPr>
            <a:normAutofit/>
          </a:bodyPr>
          <a:lstStyle>
            <a:lvl1pPr marL="288925" indent="-288925">
              <a:buClr>
                <a:schemeClr val="accent1"/>
              </a:buClr>
              <a:buFont typeface="Arial" panose="020B0604020202020204" pitchFamily="34" charset="0"/>
              <a:buChar char="►"/>
              <a:defRPr sz="2400" baseline="0"/>
            </a:lvl1pPr>
            <a:lvl2pPr marL="568325" indent="-284163">
              <a:buClr>
                <a:schemeClr val="accent1"/>
              </a:buClr>
              <a:buFont typeface="Wingdings" charset="2"/>
              <a:buChar char="v"/>
              <a:defRPr sz="2400"/>
            </a:lvl2pPr>
            <a:lvl3pPr marL="808038" indent="-234950">
              <a:buClr>
                <a:schemeClr val="accent1"/>
              </a:buClr>
              <a:buFont typeface="Arial" panose="020B0604020202020204" pitchFamily="34" charset="0"/>
              <a:buChar char="●"/>
              <a:tabLst/>
              <a:defRPr sz="2400"/>
            </a:lvl3pPr>
            <a:lvl4pPr marL="1371600" indent="0">
              <a:buNone/>
              <a:defRPr/>
            </a:lvl4pPr>
            <a:lvl5pPr marL="1828800" indent="0">
              <a:buNone/>
              <a:defRPr/>
            </a:lvl5pPr>
          </a:lstStyle>
          <a:p>
            <a:pPr lvl="0"/>
            <a:r>
              <a:rPr lang="en-US" dirty="0"/>
              <a:t>Click to add first-level bullet</a:t>
            </a:r>
          </a:p>
          <a:p>
            <a:pPr lvl="1"/>
            <a:r>
              <a:rPr lang="en-US" dirty="0"/>
              <a:t>Second level</a:t>
            </a:r>
          </a:p>
          <a:p>
            <a:pPr lvl="2"/>
            <a:r>
              <a:rPr lang="en-US" dirty="0"/>
              <a:t>Third level</a:t>
            </a:r>
          </a:p>
        </p:txBody>
      </p:sp>
    </p:spTree>
    <p:extLst>
      <p:ext uri="{BB962C8B-B14F-4D97-AF65-F5344CB8AC3E}">
        <p14:creationId xmlns:p14="http://schemas.microsoft.com/office/powerpoint/2010/main" val="2495741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idden title">
    <p:spTree>
      <p:nvGrpSpPr>
        <p:cNvPr id="1" name=""/>
        <p:cNvGrpSpPr/>
        <p:nvPr/>
      </p:nvGrpSpPr>
      <p:grpSpPr>
        <a:xfrm>
          <a:off x="0" y="0"/>
          <a:ext cx="0" cy="0"/>
          <a:chOff x="0" y="0"/>
          <a:chExt cx="0" cy="0"/>
        </a:xfrm>
      </p:grpSpPr>
      <p:sp>
        <p:nvSpPr>
          <p:cNvPr id="4" name="Picture Placeholder 1"/>
          <p:cNvSpPr>
            <a:spLocks noGrp="1"/>
          </p:cNvSpPr>
          <p:nvPr>
            <p:ph type="pic" sz="quarter" idx="13" hasCustomPrompt="1"/>
          </p:nvPr>
        </p:nvSpPr>
        <p:spPr>
          <a:xfrm>
            <a:off x="0" y="0"/>
            <a:ext cx="9144000" cy="5143500"/>
          </a:xfrm>
        </p:spPr>
        <p:txBody>
          <a:bodyPr/>
          <a:lstStyle>
            <a:lvl1pPr marL="0" indent="0">
              <a:buNone/>
              <a:defRPr baseline="0">
                <a:solidFill>
                  <a:schemeClr val="bg1"/>
                </a:solidFill>
              </a:defRPr>
            </a:lvl1pPr>
          </a:lstStyle>
          <a:p>
            <a:r>
              <a:rPr lang="en-US" dirty="0"/>
              <a:t>Click icon to add full-slide image</a:t>
            </a:r>
          </a:p>
        </p:txBody>
      </p:sp>
      <p:sp>
        <p:nvSpPr>
          <p:cNvPr id="2" name="Title 1"/>
          <p:cNvSpPr>
            <a:spLocks noGrp="1"/>
          </p:cNvSpPr>
          <p:nvPr>
            <p:ph type="title" hasCustomPrompt="1"/>
          </p:nvPr>
        </p:nvSpPr>
        <p:spPr>
          <a:xfrm>
            <a:off x="149313" y="1116711"/>
            <a:ext cx="8858161" cy="857250"/>
          </a:xfrm>
        </p:spPr>
        <p:txBody>
          <a:bodyPr>
            <a:normAutofit/>
          </a:bodyPr>
          <a:lstStyle>
            <a:lvl1pPr>
              <a:defRPr sz="2400" baseline="0">
                <a:solidFill>
                  <a:schemeClr val="tx1"/>
                </a:solidFill>
                <a:latin typeface="Gentona Light"/>
                <a:cs typeface="Gentona Light"/>
              </a:defRPr>
            </a:lvl1pPr>
          </a:lstStyle>
          <a:p>
            <a:r>
              <a:rPr lang="en-US" dirty="0"/>
              <a:t>Select “Title 1” in Selection Pane &amp; type to add hidden slide title.</a:t>
            </a:r>
          </a:p>
        </p:txBody>
      </p:sp>
      <p:sp>
        <p:nvSpPr>
          <p:cNvPr id="7" name="Source"/>
          <p:cNvSpPr>
            <a:spLocks noGrp="1"/>
          </p:cNvSpPr>
          <p:nvPr>
            <p:ph idx="11" hasCustomPrompt="1"/>
          </p:nvPr>
        </p:nvSpPr>
        <p:spPr>
          <a:xfrm>
            <a:off x="149313" y="4784089"/>
            <a:ext cx="8131087" cy="280036"/>
          </a:xfrm>
          <a:prstGeom prst="rect">
            <a:avLst/>
          </a:prstGeom>
          <a:noFill/>
          <a:ln w="9525" cap="flat" cmpd="sng" algn="ctr">
            <a:noFill/>
            <a:prstDash val="solid"/>
            <a:miter lim="800000"/>
            <a:headEnd type="none" w="med" len="med"/>
            <a:tailEnd type="none" w="med" len="med"/>
          </a:ln>
        </p:spPr>
        <p:txBody>
          <a:bodyPr lIns="0" tIns="0" rIns="0" bIns="0" anchor="b">
            <a:normAutofit/>
          </a:bodyPr>
          <a:lstStyle>
            <a:lvl1pPr marL="0" marR="0" indent="0" algn="l" defTabSz="914400" rtl="0" eaLnBrk="0" fontAlgn="base" latinLnBrk="0" hangingPunct="0">
              <a:lnSpc>
                <a:spcPct val="100000"/>
              </a:lnSpc>
              <a:spcBef>
                <a:spcPts val="0"/>
              </a:spcBef>
              <a:spcAft>
                <a:spcPct val="0"/>
              </a:spcAft>
              <a:buClr>
                <a:srgbClr val="B50D0D"/>
              </a:buClr>
              <a:buSzPct val="100000"/>
              <a:buFont typeface="Wingdings" pitchFamily="-1" charset="2"/>
              <a:buNone/>
              <a:tabLst/>
              <a:defRPr sz="1200" b="0" i="0" baseline="0">
                <a:solidFill>
                  <a:srgbClr val="000000"/>
                </a:solidFill>
                <a:latin typeface="Gentona Light"/>
                <a:cs typeface="Gentona Light"/>
              </a:defRPr>
            </a:lvl1pPr>
            <a:lvl2pPr marL="749300" indent="-406400">
              <a:spcBef>
                <a:spcPts val="0"/>
              </a:spcBef>
              <a:buClr>
                <a:srgbClr val="B50D0D"/>
              </a:buClr>
              <a:buFont typeface="Lucida Grande"/>
              <a:buNone/>
              <a:defRPr sz="1000">
                <a:latin typeface="Georgia"/>
                <a:cs typeface="Georgia"/>
              </a:defRPr>
            </a:lvl2pPr>
            <a:lvl3pPr marL="800100" indent="342900">
              <a:spcBef>
                <a:spcPts val="0"/>
              </a:spcBef>
              <a:buClr>
                <a:srgbClr val="B50D0D"/>
              </a:buClr>
              <a:buNone/>
              <a:defRPr sz="1000" baseline="0">
                <a:latin typeface="Georgia"/>
                <a:cs typeface="Georgia"/>
              </a:defRPr>
            </a:lvl3pPr>
            <a:lvl4pPr>
              <a:buClr>
                <a:srgbClr val="B50D0D"/>
              </a:buClr>
              <a:defRPr sz="2800"/>
            </a:lvl4pPr>
            <a:lvl5pPr>
              <a:buClr>
                <a:srgbClr val="B50D0D"/>
              </a:buClr>
              <a:defRPr sz="2800"/>
            </a:lvl5pPr>
          </a:lstStyle>
          <a:p>
            <a:pPr lvl="0"/>
            <a:r>
              <a:rPr lang="en-US" dirty="0"/>
              <a:t>Click to add source information</a:t>
            </a:r>
          </a:p>
        </p:txBody>
      </p:sp>
    </p:spTree>
    <p:extLst>
      <p:ext uri="{BB962C8B-B14F-4D97-AF65-F5344CB8AC3E}">
        <p14:creationId xmlns:p14="http://schemas.microsoft.com/office/powerpoint/2010/main" val="25036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photo">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149313" y="53975"/>
            <a:ext cx="8858161" cy="857250"/>
          </a:xfrm>
          <a:prstGeom prst="rect">
            <a:avLst/>
          </a:prstGeom>
        </p:spPr>
        <p:txBody>
          <a:bodyPr vert="horz" lIns="91440" tIns="45720" rIns="91440" bIns="45720" rtlCol="0" anchor="ctr">
            <a:normAutofit/>
          </a:bodyPr>
          <a:lstStyle>
            <a:lvl1pPr>
              <a:defRPr baseline="0"/>
            </a:lvl1pPr>
          </a:lstStyle>
          <a:p>
            <a:r>
              <a:rPr lang="en-US" dirty="0"/>
              <a:t>Click to add slide title</a:t>
            </a:r>
          </a:p>
        </p:txBody>
      </p:sp>
      <p:sp>
        <p:nvSpPr>
          <p:cNvPr id="4" name="Picture Placeholder 1"/>
          <p:cNvSpPr>
            <a:spLocks noGrp="1"/>
          </p:cNvSpPr>
          <p:nvPr>
            <p:ph type="pic" sz="quarter" idx="13" hasCustomPrompt="1"/>
          </p:nvPr>
        </p:nvSpPr>
        <p:spPr>
          <a:xfrm>
            <a:off x="0" y="965200"/>
            <a:ext cx="9144000" cy="4178300"/>
          </a:xfrm>
        </p:spPr>
        <p:txBody>
          <a:bodyPr/>
          <a:lstStyle>
            <a:lvl1pPr marL="0" indent="0">
              <a:buNone/>
              <a:defRPr baseline="0"/>
            </a:lvl1pPr>
          </a:lstStyle>
          <a:p>
            <a:r>
              <a:rPr lang="en-US" dirty="0"/>
              <a:t>Click to add image or drag and drop image to placeholder</a:t>
            </a:r>
          </a:p>
        </p:txBody>
      </p:sp>
      <p:sp>
        <p:nvSpPr>
          <p:cNvPr id="9" name="Source"/>
          <p:cNvSpPr>
            <a:spLocks noGrp="1"/>
          </p:cNvSpPr>
          <p:nvPr>
            <p:ph idx="11" hasCustomPrompt="1"/>
          </p:nvPr>
        </p:nvSpPr>
        <p:spPr>
          <a:xfrm>
            <a:off x="149313" y="4784089"/>
            <a:ext cx="8131087" cy="280036"/>
          </a:xfrm>
          <a:prstGeom prst="rect">
            <a:avLst/>
          </a:prstGeom>
          <a:noFill/>
          <a:ln w="9525" cap="flat" cmpd="sng" algn="ctr">
            <a:noFill/>
            <a:prstDash val="solid"/>
            <a:miter lim="800000"/>
            <a:headEnd type="none" w="med" len="med"/>
            <a:tailEnd type="none" w="med" len="med"/>
          </a:ln>
        </p:spPr>
        <p:txBody>
          <a:bodyPr lIns="0" tIns="0" rIns="0" bIns="0" anchor="b">
            <a:normAutofit/>
          </a:bodyPr>
          <a:lstStyle>
            <a:lvl1pPr marL="0" marR="0" indent="0" algn="l" defTabSz="914400" rtl="0" eaLnBrk="0" fontAlgn="base" latinLnBrk="0" hangingPunct="0">
              <a:lnSpc>
                <a:spcPct val="100000"/>
              </a:lnSpc>
              <a:spcBef>
                <a:spcPts val="0"/>
              </a:spcBef>
              <a:spcAft>
                <a:spcPct val="0"/>
              </a:spcAft>
              <a:buClr>
                <a:srgbClr val="B50D0D"/>
              </a:buClr>
              <a:buSzPct val="100000"/>
              <a:buFont typeface="Wingdings" pitchFamily="-1" charset="2"/>
              <a:buNone/>
              <a:tabLst/>
              <a:defRPr sz="1200" b="0" i="0" baseline="0">
                <a:solidFill>
                  <a:srgbClr val="000000"/>
                </a:solidFill>
                <a:latin typeface="Gentona Light"/>
                <a:cs typeface="Gentona Light"/>
              </a:defRPr>
            </a:lvl1pPr>
            <a:lvl2pPr marL="749300" indent="-406400">
              <a:spcBef>
                <a:spcPts val="0"/>
              </a:spcBef>
              <a:buClr>
                <a:srgbClr val="B50D0D"/>
              </a:buClr>
              <a:buFont typeface="Lucida Grande"/>
              <a:buNone/>
              <a:defRPr sz="1000">
                <a:latin typeface="Georgia"/>
                <a:cs typeface="Georgia"/>
              </a:defRPr>
            </a:lvl2pPr>
            <a:lvl3pPr marL="800100" indent="342900">
              <a:spcBef>
                <a:spcPts val="0"/>
              </a:spcBef>
              <a:buClr>
                <a:srgbClr val="B50D0D"/>
              </a:buClr>
              <a:buNone/>
              <a:defRPr sz="1000" baseline="0">
                <a:latin typeface="Georgia"/>
                <a:cs typeface="Georgia"/>
              </a:defRPr>
            </a:lvl3pPr>
            <a:lvl4pPr>
              <a:buClr>
                <a:srgbClr val="B50D0D"/>
              </a:buClr>
              <a:defRPr sz="2800"/>
            </a:lvl4pPr>
            <a:lvl5pPr>
              <a:buClr>
                <a:srgbClr val="B50D0D"/>
              </a:buClr>
              <a:defRPr sz="2800"/>
            </a:lvl5pPr>
          </a:lstStyle>
          <a:p>
            <a:pPr lvl="0"/>
            <a:r>
              <a:rPr lang="en-US" dirty="0"/>
              <a:t>Click to add source information</a:t>
            </a:r>
          </a:p>
        </p:txBody>
      </p:sp>
    </p:spTree>
    <p:extLst>
      <p:ext uri="{BB962C8B-B14F-4D97-AF65-F5344CB8AC3E}">
        <p14:creationId xmlns:p14="http://schemas.microsoft.com/office/powerpoint/2010/main" val="1723472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large photo">
    <p:spTree>
      <p:nvGrpSpPr>
        <p:cNvPr id="1" name=""/>
        <p:cNvGrpSpPr/>
        <p:nvPr/>
      </p:nvGrpSpPr>
      <p:grpSpPr>
        <a:xfrm>
          <a:off x="0" y="0"/>
          <a:ext cx="0" cy="0"/>
          <a:chOff x="0" y="0"/>
          <a:chExt cx="0" cy="0"/>
        </a:xfrm>
      </p:grpSpPr>
      <p:sp>
        <p:nvSpPr>
          <p:cNvPr id="3" name="Title 1"/>
          <p:cNvSpPr>
            <a:spLocks noGrp="1"/>
          </p:cNvSpPr>
          <p:nvPr>
            <p:ph type="title" hasCustomPrompt="1"/>
          </p:nvPr>
        </p:nvSpPr>
        <p:spPr/>
        <p:txBody>
          <a:bodyPr/>
          <a:lstStyle>
            <a:lvl1pPr>
              <a:defRPr sz="3200"/>
            </a:lvl1pPr>
          </a:lstStyle>
          <a:p>
            <a:r>
              <a:rPr lang="en-US" dirty="0"/>
              <a:t>Click to add title</a:t>
            </a:r>
          </a:p>
        </p:txBody>
      </p:sp>
      <p:sp>
        <p:nvSpPr>
          <p:cNvPr id="4" name="Picture Placeholder 1"/>
          <p:cNvSpPr>
            <a:spLocks noGrp="1"/>
          </p:cNvSpPr>
          <p:nvPr>
            <p:ph type="pic" sz="quarter" idx="11" hasCustomPrompt="1"/>
          </p:nvPr>
        </p:nvSpPr>
        <p:spPr>
          <a:xfrm>
            <a:off x="2539364" y="0"/>
            <a:ext cx="6604635" cy="5143500"/>
          </a:xfrm>
          <a:prstGeom prst="rect">
            <a:avLst/>
          </a:prstGeom>
        </p:spPr>
        <p:txBody>
          <a:bodyPr vert="horz"/>
          <a:lstStyle>
            <a:lvl1pPr marL="0" indent="0">
              <a:buNone/>
              <a:defRPr sz="2400" b="0" i="0" baseline="0">
                <a:latin typeface="Gentona Light"/>
                <a:cs typeface="Gentona Light"/>
              </a:defRPr>
            </a:lvl1pPr>
          </a:lstStyle>
          <a:p>
            <a:r>
              <a:rPr lang="en-US" dirty="0"/>
              <a:t>Click icon to add image or drag and drop image to placeholder</a:t>
            </a:r>
          </a:p>
        </p:txBody>
      </p:sp>
      <p:sp>
        <p:nvSpPr>
          <p:cNvPr id="8" name="Source"/>
          <p:cNvSpPr>
            <a:spLocks noGrp="1"/>
          </p:cNvSpPr>
          <p:nvPr>
            <p:ph idx="15" hasCustomPrompt="1"/>
            <p:custDataLst>
              <p:tags r:id="rId1"/>
            </p:custDataLst>
          </p:nvPr>
        </p:nvSpPr>
        <p:spPr>
          <a:xfrm>
            <a:off x="2600960" y="4784089"/>
            <a:ext cx="5750560" cy="280036"/>
          </a:xfrm>
          <a:prstGeom prst="rect">
            <a:avLst/>
          </a:prstGeom>
          <a:noFill/>
          <a:ln w="9525" cap="flat" cmpd="sng" algn="ctr">
            <a:noFill/>
            <a:prstDash val="solid"/>
            <a:miter lim="800000"/>
            <a:headEnd type="none" w="med" len="med"/>
            <a:tailEnd type="none" w="med" len="med"/>
          </a:ln>
        </p:spPr>
        <p:txBody>
          <a:bodyPr lIns="0" tIns="0" rIns="0" bIns="0" anchor="b">
            <a:normAutofit/>
          </a:bodyPr>
          <a:lstStyle>
            <a:lvl1pPr marL="0" marR="0" indent="0" algn="l" defTabSz="914400" rtl="0" eaLnBrk="0" fontAlgn="base" latinLnBrk="0" hangingPunct="0">
              <a:lnSpc>
                <a:spcPct val="100000"/>
              </a:lnSpc>
              <a:spcBef>
                <a:spcPts val="0"/>
              </a:spcBef>
              <a:spcAft>
                <a:spcPct val="0"/>
              </a:spcAft>
              <a:buClr>
                <a:srgbClr val="B50D0D"/>
              </a:buClr>
              <a:buSzPct val="100000"/>
              <a:buFont typeface="Wingdings" pitchFamily="-1" charset="2"/>
              <a:buNone/>
              <a:tabLst/>
              <a:defRPr sz="1200" b="0" i="0">
                <a:solidFill>
                  <a:srgbClr val="000000"/>
                </a:solidFill>
                <a:latin typeface="Gentona Light"/>
                <a:cs typeface="Gentona Light"/>
              </a:defRPr>
            </a:lvl1pPr>
            <a:lvl2pPr marL="749300" indent="-406400">
              <a:spcBef>
                <a:spcPts val="0"/>
              </a:spcBef>
              <a:buClr>
                <a:srgbClr val="B50D0D"/>
              </a:buClr>
              <a:buFont typeface="Lucida Grande"/>
              <a:buNone/>
              <a:defRPr sz="1000">
                <a:latin typeface="Georgia"/>
                <a:cs typeface="Georgia"/>
              </a:defRPr>
            </a:lvl2pPr>
            <a:lvl3pPr marL="800100" indent="342900">
              <a:spcBef>
                <a:spcPts val="0"/>
              </a:spcBef>
              <a:buClr>
                <a:srgbClr val="B50D0D"/>
              </a:buClr>
              <a:buNone/>
              <a:defRPr sz="1000" baseline="0">
                <a:latin typeface="Georgia"/>
                <a:cs typeface="Georgia"/>
              </a:defRPr>
            </a:lvl3pPr>
            <a:lvl4pPr>
              <a:buClr>
                <a:srgbClr val="B50D0D"/>
              </a:buClr>
              <a:defRPr sz="2800"/>
            </a:lvl4pPr>
            <a:lvl5pPr>
              <a:buClr>
                <a:srgbClr val="B50D0D"/>
              </a:buClr>
              <a:defRPr sz="2800"/>
            </a:lvl5pPr>
          </a:lstStyle>
          <a:p>
            <a:pPr lvl="0"/>
            <a:r>
              <a:rPr lang="en-US" dirty="0"/>
              <a:t>Click to add source information</a:t>
            </a:r>
          </a:p>
        </p:txBody>
      </p:sp>
    </p:spTree>
    <p:extLst>
      <p:ext uri="{BB962C8B-B14F-4D97-AF65-F5344CB8AC3E}">
        <p14:creationId xmlns:p14="http://schemas.microsoft.com/office/powerpoint/2010/main" val="123533936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ertical bullet">
    <p:bg>
      <p:bgPr>
        <a:solidFill>
          <a:srgbClr val="FFFFFF"/>
        </a:solidFill>
        <a:effectLst/>
      </p:bgPr>
    </p:bg>
    <p:spTree>
      <p:nvGrpSpPr>
        <p:cNvPr id="1" name=""/>
        <p:cNvGrpSpPr/>
        <p:nvPr/>
      </p:nvGrpSpPr>
      <p:grpSpPr>
        <a:xfrm>
          <a:off x="0" y="0"/>
          <a:ext cx="0" cy="0"/>
          <a:chOff x="0" y="0"/>
          <a:chExt cx="0" cy="0"/>
        </a:xfrm>
      </p:grpSpPr>
      <p:sp>
        <p:nvSpPr>
          <p:cNvPr id="5" name="Content Placeholder 1"/>
          <p:cNvSpPr>
            <a:spLocks noGrp="1"/>
          </p:cNvSpPr>
          <p:nvPr>
            <p:ph idx="16" hasCustomPrompt="1"/>
          </p:nvPr>
        </p:nvSpPr>
        <p:spPr>
          <a:xfrm>
            <a:off x="2600960" y="153669"/>
            <a:ext cx="6390640" cy="4513579"/>
          </a:xfrm>
          <a:prstGeom prst="rect">
            <a:avLst/>
          </a:prstGeom>
          <a:ln>
            <a:noFill/>
          </a:ln>
        </p:spPr>
        <p:txBody>
          <a:bodyPr>
            <a:normAutofit/>
          </a:bodyPr>
          <a:lstStyle>
            <a:lvl1pPr marL="288925" indent="-288925">
              <a:spcBef>
                <a:spcPts val="600"/>
              </a:spcBef>
              <a:buClr>
                <a:srgbClr val="6399AE"/>
              </a:buClr>
              <a:buSzPct val="80000"/>
              <a:buFont typeface="Arial" panose="020B0604020202020204" pitchFamily="34" charset="0"/>
              <a:buChar char="►"/>
              <a:defRPr sz="2400" baseline="0">
                <a:latin typeface="Gentona Light"/>
                <a:cs typeface="Gentona Light"/>
              </a:defRPr>
            </a:lvl1pPr>
            <a:lvl2pPr marL="568325" indent="-284163">
              <a:spcBef>
                <a:spcPts val="0"/>
              </a:spcBef>
              <a:buClr>
                <a:srgbClr val="6399AE"/>
              </a:buClr>
              <a:buSzPct val="80000"/>
              <a:buFont typeface="Wingdings" charset="2"/>
              <a:buChar char="v"/>
              <a:defRPr sz="2400">
                <a:latin typeface="Gentona Light"/>
                <a:cs typeface="Gentona Light"/>
              </a:defRPr>
            </a:lvl2pPr>
            <a:lvl3pPr marL="808038" indent="-234950">
              <a:spcBef>
                <a:spcPts val="0"/>
              </a:spcBef>
              <a:buClr>
                <a:srgbClr val="6399AE"/>
              </a:buClr>
              <a:buSzPct val="80000"/>
              <a:buFont typeface="Arial" panose="020B0604020202020204" pitchFamily="34" charset="0"/>
              <a:buChar char="●"/>
              <a:tabLst/>
              <a:defRPr sz="2400">
                <a:latin typeface="Gentona Light"/>
                <a:cs typeface="Gentona Light"/>
              </a:defRPr>
            </a:lvl3pPr>
            <a:lvl4pPr marL="1371600" indent="0">
              <a:buNone/>
              <a:defRPr/>
            </a:lvl4pPr>
            <a:lvl5pPr marL="1828800" indent="0">
              <a:buNone/>
              <a:defRPr/>
            </a:lvl5pPr>
          </a:lstStyle>
          <a:p>
            <a:pPr lvl="0"/>
            <a:r>
              <a:rPr lang="en-US" dirty="0"/>
              <a:t>Click to add first-level bullet</a:t>
            </a:r>
          </a:p>
          <a:p>
            <a:pPr lvl="1"/>
            <a:r>
              <a:rPr lang="en-US" dirty="0"/>
              <a:t>Second level</a:t>
            </a:r>
          </a:p>
          <a:p>
            <a:pPr lvl="2"/>
            <a:r>
              <a:rPr lang="en-US" dirty="0"/>
              <a:t>Third level</a:t>
            </a:r>
          </a:p>
        </p:txBody>
      </p:sp>
      <p:sp>
        <p:nvSpPr>
          <p:cNvPr id="2" name="Title 1"/>
          <p:cNvSpPr>
            <a:spLocks noGrp="1"/>
          </p:cNvSpPr>
          <p:nvPr>
            <p:ph type="title" hasCustomPrompt="1"/>
          </p:nvPr>
        </p:nvSpPr>
        <p:spPr/>
        <p:txBody>
          <a:bodyPr/>
          <a:lstStyle>
            <a:lvl1pPr>
              <a:defRPr sz="3200"/>
            </a:lvl1pPr>
          </a:lstStyle>
          <a:p>
            <a:r>
              <a:rPr lang="en-US" dirty="0"/>
              <a:t>Click to add title</a:t>
            </a:r>
          </a:p>
        </p:txBody>
      </p:sp>
      <p:sp>
        <p:nvSpPr>
          <p:cNvPr id="9" name="Source"/>
          <p:cNvSpPr>
            <a:spLocks noGrp="1"/>
          </p:cNvSpPr>
          <p:nvPr>
            <p:ph idx="15" hasCustomPrompt="1"/>
            <p:custDataLst>
              <p:tags r:id="rId1"/>
            </p:custDataLst>
          </p:nvPr>
        </p:nvSpPr>
        <p:spPr>
          <a:xfrm>
            <a:off x="2600960" y="4784089"/>
            <a:ext cx="5750560" cy="280036"/>
          </a:xfrm>
          <a:prstGeom prst="rect">
            <a:avLst/>
          </a:prstGeom>
          <a:noFill/>
          <a:ln w="9525" cap="flat" cmpd="sng" algn="ctr">
            <a:noFill/>
            <a:prstDash val="solid"/>
            <a:miter lim="800000"/>
            <a:headEnd type="none" w="med" len="med"/>
            <a:tailEnd type="none" w="med" len="med"/>
          </a:ln>
        </p:spPr>
        <p:txBody>
          <a:bodyPr lIns="0" tIns="0" rIns="0" bIns="0" anchor="b">
            <a:normAutofit/>
          </a:bodyPr>
          <a:lstStyle>
            <a:lvl1pPr marL="0" marR="0" indent="0" algn="l" defTabSz="914400" rtl="0" eaLnBrk="0" fontAlgn="base" latinLnBrk="0" hangingPunct="0">
              <a:lnSpc>
                <a:spcPct val="100000"/>
              </a:lnSpc>
              <a:spcBef>
                <a:spcPts val="0"/>
              </a:spcBef>
              <a:spcAft>
                <a:spcPct val="0"/>
              </a:spcAft>
              <a:buClr>
                <a:srgbClr val="B50D0D"/>
              </a:buClr>
              <a:buSzPct val="100000"/>
              <a:buFont typeface="Wingdings" pitchFamily="-1" charset="2"/>
              <a:buNone/>
              <a:tabLst/>
              <a:defRPr sz="1200" b="0" i="0">
                <a:solidFill>
                  <a:srgbClr val="000000"/>
                </a:solidFill>
                <a:latin typeface="Gentona Light"/>
                <a:cs typeface="Gentona Light"/>
              </a:defRPr>
            </a:lvl1pPr>
            <a:lvl2pPr marL="749300" indent="-406400">
              <a:spcBef>
                <a:spcPts val="0"/>
              </a:spcBef>
              <a:buClr>
                <a:srgbClr val="B50D0D"/>
              </a:buClr>
              <a:buFont typeface="Lucida Grande"/>
              <a:buNone/>
              <a:defRPr sz="1000">
                <a:latin typeface="Georgia"/>
                <a:cs typeface="Georgia"/>
              </a:defRPr>
            </a:lvl2pPr>
            <a:lvl3pPr marL="800100" indent="342900">
              <a:spcBef>
                <a:spcPts val="0"/>
              </a:spcBef>
              <a:buClr>
                <a:srgbClr val="B50D0D"/>
              </a:buClr>
              <a:buNone/>
              <a:defRPr sz="1000" baseline="0">
                <a:latin typeface="Georgia"/>
                <a:cs typeface="Georgia"/>
              </a:defRPr>
            </a:lvl3pPr>
            <a:lvl4pPr>
              <a:buClr>
                <a:srgbClr val="B50D0D"/>
              </a:buClr>
              <a:defRPr sz="2800"/>
            </a:lvl4pPr>
            <a:lvl5pPr>
              <a:buClr>
                <a:srgbClr val="B50D0D"/>
              </a:buClr>
              <a:defRPr sz="2800"/>
            </a:lvl5pPr>
          </a:lstStyle>
          <a:p>
            <a:pPr lvl="0"/>
            <a:r>
              <a:rPr lang="en-US" dirty="0"/>
              <a:t>Click to add source information</a:t>
            </a:r>
          </a:p>
        </p:txBody>
      </p:sp>
    </p:spTree>
    <p:extLst>
      <p:ext uri="{BB962C8B-B14F-4D97-AF65-F5344CB8AC3E}">
        <p14:creationId xmlns:p14="http://schemas.microsoft.com/office/powerpoint/2010/main" val="609177009"/>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guide id="3" pos="3674" userDrawn="1">
          <p15:clr>
            <a:srgbClr val="FBAE40"/>
          </p15:clr>
        </p15:guide>
        <p15:guide id="4" pos="1632" userDrawn="1">
          <p15:clr>
            <a:srgbClr val="FBAE40"/>
          </p15:clr>
        </p15:guide>
        <p15:guide id="5" pos="5664" userDrawn="1">
          <p15:clr>
            <a:srgbClr val="FBAE40"/>
          </p15:clr>
        </p15:guide>
        <p15:guide id="6" orient="horz" pos="29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vertical column">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3200"/>
            </a:lvl1pPr>
          </a:lstStyle>
          <a:p>
            <a:r>
              <a:rPr lang="en-US" dirty="0"/>
              <a:t>Click to add title</a:t>
            </a:r>
          </a:p>
        </p:txBody>
      </p:sp>
      <p:sp>
        <p:nvSpPr>
          <p:cNvPr id="9" name="Source"/>
          <p:cNvSpPr>
            <a:spLocks noGrp="1"/>
          </p:cNvSpPr>
          <p:nvPr>
            <p:ph idx="15" hasCustomPrompt="1"/>
            <p:custDataLst>
              <p:tags r:id="rId1"/>
            </p:custDataLst>
          </p:nvPr>
        </p:nvSpPr>
        <p:spPr>
          <a:xfrm>
            <a:off x="2600960" y="4784089"/>
            <a:ext cx="5750560" cy="280036"/>
          </a:xfrm>
          <a:prstGeom prst="rect">
            <a:avLst/>
          </a:prstGeom>
          <a:noFill/>
          <a:ln w="9525" cap="flat" cmpd="sng" algn="ctr">
            <a:noFill/>
            <a:prstDash val="solid"/>
            <a:miter lim="800000"/>
            <a:headEnd type="none" w="med" len="med"/>
            <a:tailEnd type="none" w="med" len="med"/>
          </a:ln>
        </p:spPr>
        <p:txBody>
          <a:bodyPr lIns="0" tIns="0" rIns="0" bIns="0" anchor="b">
            <a:normAutofit/>
          </a:bodyPr>
          <a:lstStyle>
            <a:lvl1pPr marL="0" marR="0" indent="0" algn="l" defTabSz="914400" rtl="0" eaLnBrk="0" fontAlgn="base" latinLnBrk="0" hangingPunct="0">
              <a:lnSpc>
                <a:spcPct val="100000"/>
              </a:lnSpc>
              <a:spcBef>
                <a:spcPts val="0"/>
              </a:spcBef>
              <a:spcAft>
                <a:spcPct val="0"/>
              </a:spcAft>
              <a:buClr>
                <a:srgbClr val="B50D0D"/>
              </a:buClr>
              <a:buSzPct val="100000"/>
              <a:buFont typeface="Wingdings" pitchFamily="-1" charset="2"/>
              <a:buNone/>
              <a:tabLst/>
              <a:defRPr sz="1200" b="0" i="0">
                <a:solidFill>
                  <a:srgbClr val="000000"/>
                </a:solidFill>
                <a:latin typeface="Gentona Light"/>
                <a:cs typeface="Gentona Light"/>
              </a:defRPr>
            </a:lvl1pPr>
            <a:lvl2pPr marL="749300" indent="-406400">
              <a:spcBef>
                <a:spcPts val="0"/>
              </a:spcBef>
              <a:buClr>
                <a:srgbClr val="B50D0D"/>
              </a:buClr>
              <a:buFont typeface="Lucida Grande"/>
              <a:buNone/>
              <a:defRPr sz="1000">
                <a:latin typeface="Georgia"/>
                <a:cs typeface="Georgia"/>
              </a:defRPr>
            </a:lvl2pPr>
            <a:lvl3pPr marL="800100" indent="342900">
              <a:spcBef>
                <a:spcPts val="0"/>
              </a:spcBef>
              <a:buClr>
                <a:srgbClr val="B50D0D"/>
              </a:buClr>
              <a:buNone/>
              <a:defRPr sz="1000" baseline="0">
                <a:latin typeface="Georgia"/>
                <a:cs typeface="Georgia"/>
              </a:defRPr>
            </a:lvl3pPr>
            <a:lvl4pPr>
              <a:buClr>
                <a:srgbClr val="B50D0D"/>
              </a:buClr>
              <a:defRPr sz="2800"/>
            </a:lvl4pPr>
            <a:lvl5pPr>
              <a:buClr>
                <a:srgbClr val="B50D0D"/>
              </a:buClr>
              <a:defRPr sz="2800"/>
            </a:lvl5pPr>
          </a:lstStyle>
          <a:p>
            <a:pPr lvl="0"/>
            <a:r>
              <a:rPr lang="en-US" dirty="0"/>
              <a:t>Click to add source information</a:t>
            </a:r>
          </a:p>
        </p:txBody>
      </p:sp>
      <p:sp>
        <p:nvSpPr>
          <p:cNvPr id="6" name="Content Placeholder 1"/>
          <p:cNvSpPr>
            <a:spLocks noGrp="1"/>
          </p:cNvSpPr>
          <p:nvPr>
            <p:ph idx="17" hasCustomPrompt="1"/>
          </p:nvPr>
        </p:nvSpPr>
        <p:spPr>
          <a:xfrm>
            <a:off x="2600960" y="158917"/>
            <a:ext cx="3063240" cy="4513579"/>
          </a:xfrm>
          <a:prstGeom prst="rect">
            <a:avLst/>
          </a:prstGeom>
          <a:ln>
            <a:noFill/>
          </a:ln>
        </p:spPr>
        <p:txBody>
          <a:bodyPr>
            <a:normAutofit/>
          </a:bodyPr>
          <a:lstStyle>
            <a:lvl1pPr marL="288925" indent="-288925">
              <a:buClr>
                <a:srgbClr val="6399AE"/>
              </a:buClr>
              <a:buSzPct val="80000"/>
              <a:buFont typeface="Arial" panose="020B0604020202020204" pitchFamily="34" charset="0"/>
              <a:buChar char="►"/>
              <a:defRPr sz="2400" baseline="0">
                <a:latin typeface="Gentona Light"/>
                <a:cs typeface="Gentona Light"/>
              </a:defRPr>
            </a:lvl1pPr>
            <a:lvl2pPr marL="568325" indent="-284163">
              <a:buClr>
                <a:srgbClr val="6399AE"/>
              </a:buClr>
              <a:buFont typeface="Wingdings" charset="2"/>
              <a:buChar char="v"/>
              <a:defRPr sz="2400">
                <a:latin typeface="Gentona Light"/>
                <a:cs typeface="Gentona Light"/>
              </a:defRPr>
            </a:lvl2pPr>
            <a:lvl3pPr marL="808038" indent="-234950">
              <a:buClr>
                <a:srgbClr val="6399AE"/>
              </a:buClr>
              <a:buFont typeface="Arial" panose="020B0604020202020204" pitchFamily="34" charset="0"/>
              <a:buChar char="●"/>
              <a:tabLst/>
              <a:defRPr sz="2400">
                <a:latin typeface="Gentona Light"/>
                <a:cs typeface="Gentona Light"/>
              </a:defRPr>
            </a:lvl3pPr>
            <a:lvl4pPr marL="1371600" indent="0">
              <a:buNone/>
              <a:defRPr/>
            </a:lvl4pPr>
            <a:lvl5pPr marL="1828800" indent="0">
              <a:buNone/>
              <a:defRPr/>
            </a:lvl5pPr>
          </a:lstStyle>
          <a:p>
            <a:pPr lvl="0"/>
            <a:r>
              <a:rPr lang="en-US" dirty="0"/>
              <a:t>Click to add first-level bullet</a:t>
            </a:r>
          </a:p>
          <a:p>
            <a:pPr lvl="1"/>
            <a:r>
              <a:rPr lang="en-US" dirty="0"/>
              <a:t>Second level</a:t>
            </a:r>
          </a:p>
          <a:p>
            <a:pPr lvl="2"/>
            <a:r>
              <a:rPr lang="en-US" dirty="0"/>
              <a:t>Third level</a:t>
            </a:r>
          </a:p>
        </p:txBody>
      </p:sp>
      <p:sp>
        <p:nvSpPr>
          <p:cNvPr id="7" name="Content Placeholder 1">
            <a:extLst>
              <a:ext uri="{FF2B5EF4-FFF2-40B4-BE49-F238E27FC236}">
                <a16:creationId xmlns:a16="http://schemas.microsoft.com/office/drawing/2014/main" id="{4B76E6CD-600A-D647-9947-CC83FE978E82}"/>
              </a:ext>
            </a:extLst>
          </p:cNvPr>
          <p:cNvSpPr>
            <a:spLocks noGrp="1"/>
          </p:cNvSpPr>
          <p:nvPr>
            <p:ph idx="18" hasCustomPrompt="1"/>
          </p:nvPr>
        </p:nvSpPr>
        <p:spPr>
          <a:xfrm>
            <a:off x="5810596" y="158917"/>
            <a:ext cx="3063240" cy="4513579"/>
          </a:xfrm>
          <a:prstGeom prst="rect">
            <a:avLst/>
          </a:prstGeom>
          <a:ln>
            <a:noFill/>
          </a:ln>
        </p:spPr>
        <p:txBody>
          <a:bodyPr>
            <a:normAutofit/>
          </a:bodyPr>
          <a:lstStyle>
            <a:lvl1pPr marL="288925" indent="-288925">
              <a:buClr>
                <a:srgbClr val="6399AE"/>
              </a:buClr>
              <a:buSzPct val="80000"/>
              <a:buFont typeface="Arial" panose="020B0604020202020204" pitchFamily="34" charset="0"/>
              <a:buChar char="►"/>
              <a:defRPr sz="2400" baseline="0">
                <a:latin typeface="Gentona Light"/>
                <a:cs typeface="Gentona Light"/>
              </a:defRPr>
            </a:lvl1pPr>
            <a:lvl2pPr marL="568325" indent="-284163">
              <a:buClr>
                <a:srgbClr val="6399AE"/>
              </a:buClr>
              <a:buFont typeface="Wingdings" charset="2"/>
              <a:buChar char="v"/>
              <a:defRPr sz="2400">
                <a:latin typeface="Gentona Light"/>
                <a:cs typeface="Gentona Light"/>
              </a:defRPr>
            </a:lvl2pPr>
            <a:lvl3pPr marL="808038" indent="-234950">
              <a:buClr>
                <a:srgbClr val="6399AE"/>
              </a:buClr>
              <a:buFont typeface="Arial" panose="020B0604020202020204" pitchFamily="34" charset="0"/>
              <a:buChar char="●"/>
              <a:tabLst/>
              <a:defRPr sz="2400">
                <a:latin typeface="Gentona Light"/>
                <a:cs typeface="Gentona Light"/>
              </a:defRPr>
            </a:lvl3pPr>
            <a:lvl4pPr marL="1371600" indent="0">
              <a:buNone/>
              <a:defRPr/>
            </a:lvl4pPr>
            <a:lvl5pPr marL="1828800" indent="0">
              <a:buNone/>
              <a:defRPr/>
            </a:lvl5pPr>
          </a:lstStyle>
          <a:p>
            <a:pPr lvl="0"/>
            <a:r>
              <a:rPr lang="en-US" dirty="0"/>
              <a:t>Click to add first-level bullet</a:t>
            </a:r>
          </a:p>
          <a:p>
            <a:pPr lvl="1"/>
            <a:r>
              <a:rPr lang="en-US" dirty="0"/>
              <a:t>Second level</a:t>
            </a:r>
          </a:p>
          <a:p>
            <a:pPr lvl="2"/>
            <a:r>
              <a:rPr lang="en-US" dirty="0"/>
              <a:t>Third level</a:t>
            </a:r>
          </a:p>
        </p:txBody>
      </p:sp>
    </p:spTree>
    <p:extLst>
      <p:ext uri="{BB962C8B-B14F-4D97-AF65-F5344CB8AC3E}">
        <p14:creationId xmlns:p14="http://schemas.microsoft.com/office/powerpoint/2010/main" val="1948451299"/>
      </p:ext>
    </p:extLst>
  </p:cSld>
  <p:clrMapOvr>
    <a:masterClrMapping/>
  </p:clrMapOvr>
  <p:extLst>
    <p:ext uri="{DCECCB84-F9BA-43D5-87BE-67443E8EF086}">
      <p15:sldGuideLst xmlns:p15="http://schemas.microsoft.com/office/powerpoint/2012/main">
        <p15:guide id="1" orient="horz" pos="2940" userDrawn="1">
          <p15:clr>
            <a:srgbClr val="FBAE40"/>
          </p15:clr>
        </p15:guide>
        <p15:guide id="2" pos="3674">
          <p15:clr>
            <a:srgbClr val="FBAE40"/>
          </p15:clr>
        </p15:guide>
        <p15:guide id="3" pos="1632" userDrawn="1">
          <p15:clr>
            <a:srgbClr val="FBAE40"/>
          </p15:clr>
        </p15:guide>
        <p15:guide id="4" pos="5664" userDrawn="1">
          <p15:clr>
            <a:srgbClr val="FBAE40"/>
          </p15:clr>
        </p15:guide>
        <p15:guide id="6" orient="horz" pos="8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le table 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3200"/>
            </a:lvl1pPr>
          </a:lstStyle>
          <a:p>
            <a:r>
              <a:rPr lang="en-US" dirty="0"/>
              <a:t>Click to add title</a:t>
            </a:r>
          </a:p>
        </p:txBody>
      </p:sp>
      <p:sp>
        <p:nvSpPr>
          <p:cNvPr id="5" name="Text Placeholder 1"/>
          <p:cNvSpPr>
            <a:spLocks noGrp="1"/>
          </p:cNvSpPr>
          <p:nvPr>
            <p:ph type="body" sz="quarter" idx="17" hasCustomPrompt="1"/>
          </p:nvPr>
        </p:nvSpPr>
        <p:spPr>
          <a:xfrm>
            <a:off x="2600959" y="161764"/>
            <a:ext cx="6390642" cy="457183"/>
          </a:xfrm>
          <a:prstGeom prst="rect">
            <a:avLst/>
          </a:prstGeom>
          <a:ln>
            <a:noFill/>
          </a:ln>
        </p:spPr>
        <p:txBody>
          <a:bodyPr vert="horz"/>
          <a:lstStyle>
            <a:lvl1pPr marL="0" indent="0" algn="ctr">
              <a:buNone/>
              <a:defRPr sz="2400" b="0" i="0" baseline="0">
                <a:latin typeface="Gentona Light"/>
                <a:cs typeface="Gentona Light"/>
              </a:defRPr>
            </a:lvl1pPr>
            <a:lvl2pPr marL="457200" indent="0">
              <a:buNone/>
              <a:defRPr/>
            </a:lvl2pPr>
          </a:lstStyle>
          <a:p>
            <a:pPr lvl="0"/>
            <a:r>
              <a:rPr lang="en-US" dirty="0"/>
              <a:t>Click to add table/graph title</a:t>
            </a:r>
          </a:p>
        </p:txBody>
      </p:sp>
      <p:sp>
        <p:nvSpPr>
          <p:cNvPr id="9" name="Source"/>
          <p:cNvSpPr>
            <a:spLocks noGrp="1"/>
          </p:cNvSpPr>
          <p:nvPr>
            <p:ph idx="15" hasCustomPrompt="1"/>
            <p:custDataLst>
              <p:tags r:id="rId1"/>
            </p:custDataLst>
          </p:nvPr>
        </p:nvSpPr>
        <p:spPr>
          <a:xfrm>
            <a:off x="2600960" y="4784089"/>
            <a:ext cx="5750560" cy="280036"/>
          </a:xfrm>
          <a:prstGeom prst="rect">
            <a:avLst/>
          </a:prstGeom>
          <a:noFill/>
          <a:ln w="9525" cap="flat" cmpd="sng" algn="ctr">
            <a:noFill/>
            <a:prstDash val="solid"/>
            <a:miter lim="800000"/>
            <a:headEnd type="none" w="med" len="med"/>
            <a:tailEnd type="none" w="med" len="med"/>
          </a:ln>
        </p:spPr>
        <p:txBody>
          <a:bodyPr lIns="0" tIns="0" rIns="0" bIns="0" anchor="b">
            <a:normAutofit/>
          </a:bodyPr>
          <a:lstStyle>
            <a:lvl1pPr marL="0" marR="0" indent="0" algn="l" defTabSz="914400" rtl="0" eaLnBrk="0" fontAlgn="base" latinLnBrk="0" hangingPunct="0">
              <a:lnSpc>
                <a:spcPct val="100000"/>
              </a:lnSpc>
              <a:spcBef>
                <a:spcPts val="0"/>
              </a:spcBef>
              <a:spcAft>
                <a:spcPct val="0"/>
              </a:spcAft>
              <a:buClr>
                <a:srgbClr val="B50D0D"/>
              </a:buClr>
              <a:buSzPct val="100000"/>
              <a:buFont typeface="Wingdings" pitchFamily="-1" charset="2"/>
              <a:buNone/>
              <a:tabLst/>
              <a:defRPr sz="1200" b="0" i="0">
                <a:solidFill>
                  <a:srgbClr val="000000"/>
                </a:solidFill>
                <a:latin typeface="Gentona Light"/>
                <a:cs typeface="Gentona Light"/>
              </a:defRPr>
            </a:lvl1pPr>
            <a:lvl2pPr marL="749300" indent="-406400">
              <a:spcBef>
                <a:spcPts val="0"/>
              </a:spcBef>
              <a:buClr>
                <a:srgbClr val="B50D0D"/>
              </a:buClr>
              <a:buFont typeface="Lucida Grande"/>
              <a:buNone/>
              <a:defRPr sz="1000">
                <a:latin typeface="Georgia"/>
                <a:cs typeface="Georgia"/>
              </a:defRPr>
            </a:lvl2pPr>
            <a:lvl3pPr marL="800100" indent="342900">
              <a:spcBef>
                <a:spcPts val="0"/>
              </a:spcBef>
              <a:buClr>
                <a:srgbClr val="B50D0D"/>
              </a:buClr>
              <a:buNone/>
              <a:defRPr sz="1000" baseline="0">
                <a:latin typeface="Georgia"/>
                <a:cs typeface="Georgia"/>
              </a:defRPr>
            </a:lvl3pPr>
            <a:lvl4pPr>
              <a:buClr>
                <a:srgbClr val="B50D0D"/>
              </a:buClr>
              <a:defRPr sz="2800"/>
            </a:lvl4pPr>
            <a:lvl5pPr>
              <a:buClr>
                <a:srgbClr val="B50D0D"/>
              </a:buClr>
              <a:defRPr sz="2800"/>
            </a:lvl5pPr>
          </a:lstStyle>
          <a:p>
            <a:pPr lvl="0"/>
            <a:r>
              <a:rPr lang="en-US" dirty="0"/>
              <a:t>Click to add source information</a:t>
            </a:r>
          </a:p>
        </p:txBody>
      </p:sp>
      <p:sp>
        <p:nvSpPr>
          <p:cNvPr id="6" name="Content Placeholder 1">
            <a:extLst>
              <a:ext uri="{FF2B5EF4-FFF2-40B4-BE49-F238E27FC236}">
                <a16:creationId xmlns:a16="http://schemas.microsoft.com/office/drawing/2014/main" id="{2645A1E5-18B5-B246-98CA-46FA83DDB932}"/>
              </a:ext>
            </a:extLst>
          </p:cNvPr>
          <p:cNvSpPr>
            <a:spLocks noGrp="1"/>
          </p:cNvSpPr>
          <p:nvPr>
            <p:ph idx="18" hasCustomPrompt="1"/>
          </p:nvPr>
        </p:nvSpPr>
        <p:spPr>
          <a:xfrm>
            <a:off x="2600959" y="785091"/>
            <a:ext cx="6390641" cy="3887405"/>
          </a:xfrm>
          <a:prstGeom prst="rect">
            <a:avLst/>
          </a:prstGeom>
          <a:ln>
            <a:noFill/>
          </a:ln>
        </p:spPr>
        <p:txBody>
          <a:bodyPr>
            <a:normAutofit/>
          </a:bodyPr>
          <a:lstStyle>
            <a:lvl1pPr marL="288925" indent="-288925">
              <a:buClr>
                <a:srgbClr val="6399AE"/>
              </a:buClr>
              <a:buSzPct val="80000"/>
              <a:buFont typeface="Arial" panose="020B0604020202020204" pitchFamily="34" charset="0"/>
              <a:buChar char="►"/>
              <a:defRPr sz="2400" baseline="0">
                <a:latin typeface="Gentona Light"/>
                <a:cs typeface="Gentona Light"/>
              </a:defRPr>
            </a:lvl1pPr>
            <a:lvl2pPr marL="568325" indent="-284163">
              <a:buClr>
                <a:srgbClr val="6399AE"/>
              </a:buClr>
              <a:buFont typeface="Wingdings" charset="2"/>
              <a:buChar char="v"/>
              <a:defRPr sz="2400">
                <a:latin typeface="Gentona Light"/>
                <a:cs typeface="Gentona Light"/>
              </a:defRPr>
            </a:lvl2pPr>
            <a:lvl3pPr marL="808038" indent="-234950">
              <a:buClr>
                <a:srgbClr val="6399AE"/>
              </a:buClr>
              <a:buFont typeface="Arial" panose="020B0604020202020204" pitchFamily="34" charset="0"/>
              <a:buChar char="●"/>
              <a:tabLst/>
              <a:defRPr sz="2400">
                <a:latin typeface="Gentona Light"/>
                <a:cs typeface="Gentona Light"/>
              </a:defRPr>
            </a:lvl3pPr>
            <a:lvl4pPr marL="1371600" indent="0">
              <a:buNone/>
              <a:defRPr/>
            </a:lvl4pPr>
            <a:lvl5pPr marL="1828800" indent="0">
              <a:buNone/>
              <a:defRPr/>
            </a:lvl5pPr>
          </a:lstStyle>
          <a:p>
            <a:pPr lvl="0"/>
            <a:r>
              <a:rPr lang="en-US" dirty="0"/>
              <a:t>Click to add first-level bullet</a:t>
            </a:r>
          </a:p>
          <a:p>
            <a:pPr lvl="1"/>
            <a:r>
              <a:rPr lang="en-US" dirty="0"/>
              <a:t>Second level</a:t>
            </a:r>
          </a:p>
          <a:p>
            <a:pPr lvl="2"/>
            <a:r>
              <a:rPr lang="en-US" dirty="0"/>
              <a:t>Third level</a:t>
            </a:r>
          </a:p>
        </p:txBody>
      </p:sp>
    </p:spTree>
    <p:extLst>
      <p:ext uri="{BB962C8B-B14F-4D97-AF65-F5344CB8AC3E}">
        <p14:creationId xmlns:p14="http://schemas.microsoft.com/office/powerpoint/2010/main" val="1165186517"/>
      </p:ext>
    </p:extLst>
  </p:cSld>
  <p:clrMapOvr>
    <a:masterClrMapping/>
  </p:clrMapOvr>
  <p:extLst>
    <p:ext uri="{DCECCB84-F9BA-43D5-87BE-67443E8EF086}">
      <p15:sldGuideLst xmlns:p15="http://schemas.microsoft.com/office/powerpoint/2012/main">
        <p15:guide id="1" orient="horz" pos="2940" userDrawn="1">
          <p15:clr>
            <a:srgbClr val="FBAE40"/>
          </p15:clr>
        </p15:guide>
        <p15:guide id="2" pos="3674" userDrawn="1">
          <p15:clr>
            <a:srgbClr val="FBAE40"/>
          </p15:clr>
        </p15:guide>
        <p15:guide id="3" orient="horz" pos="84" userDrawn="1">
          <p15:clr>
            <a:srgbClr val="FBAE40"/>
          </p15:clr>
        </p15:guide>
        <p15:guide id="4" pos="1632" userDrawn="1">
          <p15:clr>
            <a:srgbClr val="FBAE40"/>
          </p15:clr>
        </p15:guide>
        <p15:guide id="5" pos="5664"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4" name="Picture 3" descr="Johns Hopkins Whiting School of Engineering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61716" y="1137671"/>
            <a:ext cx="3620568" cy="2423215"/>
          </a:xfrm>
          <a:prstGeom prst="rect">
            <a:avLst/>
          </a:prstGeom>
        </p:spPr>
      </p:pic>
      <p:sp>
        <p:nvSpPr>
          <p:cNvPr id="3" name="Rectangle 2"/>
          <p:cNvSpPr/>
          <p:nvPr userDrawn="1"/>
        </p:nvSpPr>
        <p:spPr>
          <a:xfrm>
            <a:off x="0" y="4529876"/>
            <a:ext cx="9144000" cy="217090"/>
          </a:xfrm>
          <a:prstGeom prst="rect">
            <a:avLst/>
          </a:prstGeom>
        </p:spPr>
        <p:txBody>
          <a:bodyPr wrap="square" lIns="81639" tIns="40820" rIns="81639" bIns="40820">
            <a:spAutoFit/>
          </a:bodyPr>
          <a:lstStyle/>
          <a:p>
            <a:pPr algn="ctr"/>
            <a:r>
              <a:rPr lang="en-US" sz="875" dirty="0">
                <a:solidFill>
                  <a:srgbClr val="192145"/>
                </a:solidFill>
                <a:latin typeface="Gentona Light"/>
                <a:cs typeface="Gentona Light"/>
              </a:rPr>
              <a:t>© The Johns Hopkins University 2018, All Rights Reserved.</a:t>
            </a:r>
          </a:p>
        </p:txBody>
      </p:sp>
    </p:spTree>
    <p:extLst>
      <p:ext uri="{BB962C8B-B14F-4D97-AF65-F5344CB8AC3E}">
        <p14:creationId xmlns:p14="http://schemas.microsoft.com/office/powerpoint/2010/main" val="3233898303"/>
      </p:ext>
    </p:extLst>
  </p:cSld>
  <p:clrMapOvr>
    <a:masterClrMapping/>
  </p:clrMapOvr>
  <p:extLst>
    <p:ext uri="{DCECCB84-F9BA-43D5-87BE-67443E8EF086}">
      <p15:sldGuideLst xmlns:p15="http://schemas.microsoft.com/office/powerpoint/2012/main">
        <p15:guide id="1" orient="horz" pos="2592">
          <p15:clr>
            <a:srgbClr val="FBAE40"/>
          </p15:clr>
        </p15:guide>
        <p15:guide id="2" pos="460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5" Type="http://schemas.openxmlformats.org/officeDocument/2006/relationships/theme" Target="../theme/theme2.xml"/><Relationship Id="rId4"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a:spLocks noChangeArrowheads="1"/>
          </p:cNvSpPr>
          <p:nvPr>
            <p:custDataLst>
              <p:tags r:id="rId9"/>
            </p:custDataLst>
          </p:nvPr>
        </p:nvSpPr>
        <p:spPr bwMode="auto">
          <a:xfrm>
            <a:off x="0" y="0"/>
            <a:ext cx="9144000" cy="965200"/>
          </a:xfrm>
          <a:prstGeom prst="rect">
            <a:avLst/>
          </a:prstGeom>
          <a:solidFill>
            <a:srgbClr val="6399AE"/>
          </a:solidFill>
          <a:ln w="9525">
            <a:noFill/>
            <a:round/>
            <a:headEnd type="none" w="sm" len="sm"/>
            <a:tailEnd type="none" w="sm" len="sm"/>
          </a:ln>
        </p:spPr>
        <p:txBody>
          <a:bodyPr>
            <a:prstTxWarp prst="textNoShape">
              <a:avLst/>
            </a:prstTxWarp>
          </a:bodyPr>
          <a:lstStyle/>
          <a:p>
            <a:pPr>
              <a:defRPr/>
            </a:pPr>
            <a:endParaRPr lang="en-US" dirty="0">
              <a:latin typeface="Bookman Old Style" pitchFamily="-84" charset="0"/>
              <a:ea typeface="ＭＳ Ｐゴシック" pitchFamily="-84" charset="-128"/>
              <a:cs typeface="ＭＳ Ｐゴシック" pitchFamily="-84" charset="-128"/>
            </a:endParaRPr>
          </a:p>
        </p:txBody>
      </p:sp>
      <p:sp>
        <p:nvSpPr>
          <p:cNvPr id="2" name="Title Placeholder 1"/>
          <p:cNvSpPr>
            <a:spLocks noGrp="1"/>
          </p:cNvSpPr>
          <p:nvPr>
            <p:ph type="title"/>
          </p:nvPr>
        </p:nvSpPr>
        <p:spPr>
          <a:xfrm>
            <a:off x="149313" y="53975"/>
            <a:ext cx="8858161" cy="85725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9313" y="1200151"/>
            <a:ext cx="8858161" cy="3394472"/>
          </a:xfrm>
          <a:prstGeom prst="rect">
            <a:avLst/>
          </a:prstGeom>
          <a:ln>
            <a:noFill/>
          </a:ln>
        </p:spPr>
        <p:txBody>
          <a:bodyPr vert="horz" lIns="91440" tIns="45720" rIns="91440" bIns="45720" rtlCol="0">
            <a:normAutofit/>
          </a:bodyPr>
          <a:lstStyle/>
          <a:p>
            <a:pPr lvl="0"/>
            <a:r>
              <a:rPr lang="en-US" dirty="0"/>
              <a:t>Click to add first-level bullet</a:t>
            </a:r>
          </a:p>
          <a:p>
            <a:pPr lvl="1"/>
            <a:r>
              <a:rPr lang="en-US" dirty="0"/>
              <a:t>Second level</a:t>
            </a:r>
          </a:p>
          <a:p>
            <a:pPr lvl="2"/>
            <a:r>
              <a:rPr lang="en-US"/>
              <a:t>Third level</a:t>
            </a:r>
            <a:endParaRPr lang="en-US" dirty="0"/>
          </a:p>
        </p:txBody>
      </p:sp>
      <p:sp>
        <p:nvSpPr>
          <p:cNvPr id="6" name="Slide Number Placeholder 5"/>
          <p:cNvSpPr txBox="1">
            <a:spLocks/>
          </p:cNvSpPr>
          <p:nvPr/>
        </p:nvSpPr>
        <p:spPr>
          <a:xfrm>
            <a:off x="8453120" y="4790281"/>
            <a:ext cx="554353" cy="273844"/>
          </a:xfrm>
          <a:prstGeom prst="rect">
            <a:avLst/>
          </a:prstGeom>
        </p:spPr>
        <p:txBody>
          <a:bodyPr lIns="0" tIns="0" rIns="0" bIns="0" anchor="b"/>
          <a:lstStyle>
            <a:defPPr>
              <a:defRPr lang="en-US"/>
            </a:defPPr>
            <a:lvl1pPr marL="0" algn="r"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52829787-D675-D94B-A2C7-829D4562C484}" type="slidenum">
              <a:rPr kumimoji="0" lang="en-US" sz="1200" b="0" i="0" u="none" strike="noStrike" kern="1200" cap="none" spc="0" normalizeH="0" baseline="0" noProof="0" smtClean="0">
                <a:ln>
                  <a:noFill/>
                </a:ln>
                <a:solidFill>
                  <a:prstClr val="black"/>
                </a:solidFill>
                <a:effectLst/>
                <a:uLnTx/>
                <a:uFillTx/>
                <a:latin typeface="Gentona Ligh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solidFill>
              <a:effectLst/>
              <a:uLnTx/>
              <a:uFillTx/>
              <a:latin typeface="Gentona Light"/>
              <a:ea typeface="+mn-ea"/>
              <a:cs typeface="+mn-cs"/>
            </a:endParaRPr>
          </a:p>
        </p:txBody>
      </p:sp>
    </p:spTree>
    <p:extLst>
      <p:ext uri="{BB962C8B-B14F-4D97-AF65-F5344CB8AC3E}">
        <p14:creationId xmlns:p14="http://schemas.microsoft.com/office/powerpoint/2010/main" val="2402195195"/>
      </p:ext>
    </p:extLst>
  </p:cSld>
  <p:clrMap bg1="lt1" tx1="dk1" bg2="lt2" tx2="dk2" accent1="accent1" accent2="accent2" accent3="accent3" accent4="accent4" accent5="accent5" accent6="accent6" hlink="hlink" folHlink="folHlink"/>
  <p:sldLayoutIdLst>
    <p:sldLayoutId id="2147483660" r:id="rId1"/>
    <p:sldLayoutId id="2147483678" r:id="rId2"/>
    <p:sldLayoutId id="2147483661" r:id="rId3"/>
    <p:sldLayoutId id="2147483650" r:id="rId4"/>
    <p:sldLayoutId id="2147483708" r:id="rId5"/>
    <p:sldLayoutId id="2147483668" r:id="rId6"/>
    <p:sldLayoutId id="2147483677" r:id="rId7"/>
  </p:sldLayoutIdLst>
  <p:hf sldNum="0" hdr="0" ftr="0" dt="0"/>
  <p:txStyles>
    <p:titleStyle>
      <a:lvl1pPr algn="l" defTabSz="457200" rtl="0" eaLnBrk="1" latinLnBrk="0" hangingPunct="1">
        <a:spcBef>
          <a:spcPct val="0"/>
        </a:spcBef>
        <a:buNone/>
        <a:defRPr sz="3200" b="0" i="0" kern="1200" baseline="0">
          <a:solidFill>
            <a:schemeClr val="bg1"/>
          </a:solidFill>
          <a:latin typeface="Quadon Regular" pitchFamily="2" charset="77"/>
          <a:ea typeface="+mj-ea"/>
          <a:cs typeface="+mj-cs"/>
        </a:defRPr>
      </a:lvl1pPr>
    </p:titleStyle>
    <p:bodyStyle>
      <a:lvl1pPr marL="288925" indent="-288925" algn="l" defTabSz="457200" rtl="0" eaLnBrk="1" latinLnBrk="0" hangingPunct="1">
        <a:spcBef>
          <a:spcPts val="600"/>
        </a:spcBef>
        <a:buClr>
          <a:schemeClr val="accent1"/>
        </a:buClr>
        <a:buSzPct val="80000"/>
        <a:buFont typeface="Arial" panose="020B0604020202020204" pitchFamily="34" charset="0"/>
        <a:buChar char="►"/>
        <a:defRPr lang="en-US" sz="2400" b="0" i="0" kern="1200" baseline="0" dirty="0" smtClean="0">
          <a:solidFill>
            <a:schemeClr val="tx1"/>
          </a:solidFill>
          <a:latin typeface="Gentona Light"/>
          <a:ea typeface="+mn-ea"/>
          <a:cs typeface="+mn-cs"/>
        </a:defRPr>
      </a:lvl1pPr>
      <a:lvl2pPr marL="568515" indent="-285750" algn="l" defTabSz="457200" rtl="0" eaLnBrk="1" latinLnBrk="0" hangingPunct="1">
        <a:spcBef>
          <a:spcPts val="0"/>
        </a:spcBef>
        <a:buClr>
          <a:schemeClr val="accent1"/>
        </a:buClr>
        <a:buSzPct val="80000"/>
        <a:buFont typeface="Wingdings" charset="2"/>
        <a:buChar char="v"/>
        <a:defRPr sz="2400" b="0" i="0" kern="1200">
          <a:solidFill>
            <a:schemeClr val="tx1"/>
          </a:solidFill>
          <a:latin typeface="Gentona Light"/>
          <a:ea typeface="+mn-ea"/>
          <a:cs typeface="+mn-cs"/>
        </a:defRPr>
      </a:lvl2pPr>
      <a:lvl3pPr marL="566928" indent="237744" algn="l" defTabSz="457200" rtl="0" eaLnBrk="1" latinLnBrk="0" hangingPunct="1">
        <a:spcBef>
          <a:spcPts val="0"/>
        </a:spcBef>
        <a:buClr>
          <a:schemeClr val="accent1"/>
        </a:buClr>
        <a:buFont typeface="Arial" panose="020B0604020202020204" pitchFamily="34" charset="0"/>
        <a:buChar char="●"/>
        <a:defRPr sz="2400" b="0" i="0" kern="1200">
          <a:solidFill>
            <a:schemeClr val="tx1"/>
          </a:solidFill>
          <a:latin typeface="Gentona Ligh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p15:clr>
            <a:srgbClr val="F26B43"/>
          </p15:clr>
        </p15:guide>
        <p15:guide id="5" orient="horz" pos="2892">
          <p15:clr>
            <a:srgbClr val="F26B43"/>
          </p15:clr>
        </p15:guide>
        <p15:guide id="8" pos="96">
          <p15:clr>
            <a:srgbClr val="F26B43"/>
          </p15:clr>
        </p15:guide>
        <p15:guide id="9" pos="5664">
          <p15:clr>
            <a:srgbClr val="F26B43"/>
          </p15:clr>
        </p15:guide>
        <p15:guide id="10" orient="horz" pos="1620">
          <p15:clr>
            <a:srgbClr val="F26B43"/>
          </p15:clr>
        </p15:guide>
        <p15:guide id="11" orient="horz" pos="2556">
          <p15:clr>
            <a:srgbClr val="F26B43"/>
          </p15:clr>
        </p15:guide>
        <p15:guide id="12" orient="horz" pos="31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itle 1"/>
          <p:cNvSpPr>
            <a:spLocks noGrp="1"/>
          </p:cNvSpPr>
          <p:nvPr>
            <p:ph type="title"/>
          </p:nvPr>
        </p:nvSpPr>
        <p:spPr>
          <a:xfrm>
            <a:off x="163106" y="54000"/>
            <a:ext cx="2191563" cy="1243172"/>
          </a:xfrm>
          <a:prstGeom prst="rect">
            <a:avLst/>
          </a:prstGeom>
        </p:spPr>
        <p:txBody>
          <a:bodyPr vert="horz" lIns="91440" tIns="45720" rIns="91440" bIns="45720" rtlCol="0" anchor="t">
            <a:noAutofit/>
          </a:bodyPr>
          <a:lstStyle/>
          <a:p>
            <a:r>
              <a:rPr lang="en-US" dirty="0"/>
              <a:t>Click to add title</a:t>
            </a:r>
          </a:p>
        </p:txBody>
      </p:sp>
      <p:sp>
        <p:nvSpPr>
          <p:cNvPr id="7" name="Rectangle 6"/>
          <p:cNvSpPr>
            <a:spLocks noChangeArrowheads="1"/>
          </p:cNvSpPr>
          <p:nvPr/>
        </p:nvSpPr>
        <p:spPr bwMode="auto">
          <a:xfrm>
            <a:off x="-1588" y="0"/>
            <a:ext cx="2520951" cy="5143500"/>
          </a:xfrm>
          <a:prstGeom prst="rect">
            <a:avLst/>
          </a:prstGeom>
          <a:solidFill>
            <a:srgbClr val="6399AE"/>
          </a:solidFill>
          <a:ln w="9525">
            <a:noFill/>
            <a:round/>
            <a:headEnd type="none" w="sm" len="sm"/>
            <a:tailEnd type="none" w="sm" len="sm"/>
          </a:ln>
        </p:spPr>
        <p:txBody>
          <a:bodyPr>
            <a:prstTxWarp prst="textNoShape">
              <a:avLst/>
            </a:prstTxWarp>
          </a:bodyPr>
          <a:lstStyle/>
          <a:p>
            <a:pPr>
              <a:defRPr/>
            </a:pPr>
            <a:endParaRPr lang="en-US" dirty="0">
              <a:latin typeface="Bookman Old Style" pitchFamily="-84" charset="0"/>
              <a:ea typeface="ＭＳ Ｐゴシック" pitchFamily="-84" charset="-128"/>
              <a:cs typeface="ＭＳ Ｐゴシック" pitchFamily="-84" charset="-128"/>
            </a:endParaRPr>
          </a:p>
        </p:txBody>
      </p:sp>
      <p:sp>
        <p:nvSpPr>
          <p:cNvPr id="9" name="Slide Number Placeholder 1"/>
          <p:cNvSpPr txBox="1">
            <a:spLocks/>
          </p:cNvSpPr>
          <p:nvPr/>
        </p:nvSpPr>
        <p:spPr>
          <a:xfrm>
            <a:off x="8453120" y="4790281"/>
            <a:ext cx="554353" cy="273844"/>
          </a:xfrm>
          <a:prstGeom prst="rect">
            <a:avLst/>
          </a:prstGeom>
        </p:spPr>
        <p:txBody>
          <a:bodyPr lIns="0" tIns="0" rIns="0" bIns="0" anchor="b"/>
          <a:lstStyle>
            <a:defPPr>
              <a:defRPr lang="en-US"/>
            </a:defPPr>
            <a:lvl1pPr marL="0" algn="r"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52829787-D675-D94B-A2C7-829D4562C484}" type="slidenum">
              <a:rPr kumimoji="0" lang="en-US" sz="1200" b="0" i="0" u="none" strike="noStrike" kern="1200" cap="none" spc="0" normalizeH="0" baseline="0" noProof="0" smtClean="0">
                <a:ln>
                  <a:noFill/>
                </a:ln>
                <a:solidFill>
                  <a:prstClr val="black"/>
                </a:solidFill>
                <a:effectLst/>
                <a:uLnTx/>
                <a:uFillTx/>
                <a:latin typeface="Quadon Regular" pitchFamily="2" charset="77"/>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solidFill>
              <a:effectLst/>
              <a:uLnTx/>
              <a:uFillTx/>
              <a:latin typeface="Quadon Regular" pitchFamily="2" charset="77"/>
              <a:ea typeface="+mn-ea"/>
              <a:cs typeface="+mn-cs"/>
            </a:endParaRPr>
          </a:p>
        </p:txBody>
      </p:sp>
    </p:spTree>
    <p:extLst>
      <p:ext uri="{BB962C8B-B14F-4D97-AF65-F5344CB8AC3E}">
        <p14:creationId xmlns:p14="http://schemas.microsoft.com/office/powerpoint/2010/main" val="1871402258"/>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9" r:id="rId3"/>
    <p:sldLayoutId id="2147483715" r:id="rId4"/>
  </p:sldLayoutIdLst>
  <p:hf sldNum="0" hdr="0" ftr="0" dt="0"/>
  <p:txStyles>
    <p:titleStyle>
      <a:lvl1pPr algn="l" defTabSz="457200" rtl="0" eaLnBrk="1" latinLnBrk="0" hangingPunct="1">
        <a:spcBef>
          <a:spcPct val="0"/>
        </a:spcBef>
        <a:buNone/>
        <a:defRPr sz="2400" b="0" i="0" kern="1200">
          <a:solidFill>
            <a:srgbClr val="FFFFFF"/>
          </a:solidFill>
          <a:latin typeface="Quadon Regular" pitchFamily="2" charset="77"/>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1945392"/>
      </p:ext>
    </p:extLst>
  </p:cSld>
  <p:clrMap bg1="lt1" tx1="dk1" bg2="lt2" tx2="dk2" accent1="accent1" accent2="accent2" accent3="accent3" accent4="accent4" accent5="accent5" accent6="accent6" hlink="hlink" folHlink="folHlink"/>
  <p:sldLayoutIdLst>
    <p:sldLayoutId id="214748373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s://site.mockito.org/" TargetMode="External"/><Relationship Id="rId2" Type="http://schemas.openxmlformats.org/officeDocument/2006/relationships/hyperlink" Target="https://martinfowler.com/articles/mocksArentStubs.html#SoShouldIBeAClassicistOrAMockist" TargetMode="Externa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F719AF8-F605-4D19-A4AF-51942BC9C468}"/>
              </a:ext>
            </a:extLst>
          </p:cNvPr>
          <p:cNvSpPr txBox="1">
            <a:spLocks/>
          </p:cNvSpPr>
          <p:nvPr/>
        </p:nvSpPr>
        <p:spPr>
          <a:xfrm>
            <a:off x="254033" y="2571750"/>
            <a:ext cx="5122143" cy="1293177"/>
          </a:xfrm>
          <a:prstGeom prst="rect">
            <a:avLst/>
          </a:prstGeom>
        </p:spPr>
        <p:txBody>
          <a:bodyPr vert="horz" lIns="91440" tIns="45720" rIns="91440" bIns="45720" rtlCol="0" anchor="t">
            <a:normAutofit/>
          </a:bodyPr>
          <a:lstStyle>
            <a:lvl1pPr algn="l" defTabSz="457200" rtl="0" eaLnBrk="1" latinLnBrk="0" hangingPunct="1">
              <a:spcBef>
                <a:spcPct val="0"/>
              </a:spcBef>
              <a:buNone/>
              <a:defRPr sz="2400" b="0" i="0" kern="1200" baseline="0">
                <a:solidFill>
                  <a:schemeClr val="bg1"/>
                </a:solidFill>
                <a:latin typeface="Quadon Regular" pitchFamily="2" charset="77"/>
                <a:ea typeface="+mj-ea"/>
                <a:cs typeface="+mj-cs"/>
              </a:defRPr>
            </a:lvl1pPr>
          </a:lstStyle>
          <a:p>
            <a:r>
              <a:rPr lang="en-US" sz="1200" dirty="0"/>
              <a:t>EN.601.422 / EN.601.622</a:t>
            </a:r>
          </a:p>
          <a:p>
            <a:r>
              <a:rPr lang="en-US" dirty="0"/>
              <a:t>Software Testing &amp; Debugging</a:t>
            </a:r>
          </a:p>
        </p:txBody>
      </p:sp>
    </p:spTree>
    <p:extLst>
      <p:ext uri="{BB962C8B-B14F-4D97-AF65-F5344CB8AC3E}">
        <p14:creationId xmlns:p14="http://schemas.microsoft.com/office/powerpoint/2010/main" val="1033450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891A-1D2F-458A-996A-78C2EBE9BD4A}"/>
              </a:ext>
            </a:extLst>
          </p:cNvPr>
          <p:cNvSpPr>
            <a:spLocks noGrp="1"/>
          </p:cNvSpPr>
          <p:nvPr>
            <p:ph type="title"/>
          </p:nvPr>
        </p:nvSpPr>
        <p:spPr/>
        <p:txBody>
          <a:bodyPr/>
          <a:lstStyle/>
          <a:p>
            <a:r>
              <a:rPr lang="en-US" dirty="0"/>
              <a:t>Double</a:t>
            </a:r>
          </a:p>
        </p:txBody>
      </p:sp>
      <p:pic>
        <p:nvPicPr>
          <p:cNvPr id="1026" name="Picture 2" descr="Image result for actor doubles">
            <a:extLst>
              <a:ext uri="{FF2B5EF4-FFF2-40B4-BE49-F238E27FC236}">
                <a16:creationId xmlns:a16="http://schemas.microsoft.com/office/drawing/2014/main" id="{84F4F190-9AEE-4349-BDC3-7904181EC6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0" y="1064552"/>
            <a:ext cx="6667500" cy="35052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CAB2D7F-6154-4EFE-AB0A-185288C3DE84}"/>
              </a:ext>
            </a:extLst>
          </p:cNvPr>
          <p:cNvSpPr txBox="1"/>
          <p:nvPr/>
        </p:nvSpPr>
        <p:spPr>
          <a:xfrm>
            <a:off x="2870585" y="4535527"/>
            <a:ext cx="3415615" cy="553998"/>
          </a:xfrm>
          <a:prstGeom prst="rect">
            <a:avLst/>
          </a:prstGeom>
          <a:noFill/>
        </p:spPr>
        <p:txBody>
          <a:bodyPr wrap="none" rtlCol="0">
            <a:spAutoFit/>
          </a:bodyPr>
          <a:lstStyle/>
          <a:p>
            <a:r>
              <a:rPr lang="en-US" sz="3000" dirty="0"/>
              <a:t>Think “stunt double”</a:t>
            </a:r>
          </a:p>
        </p:txBody>
      </p:sp>
    </p:spTree>
    <p:extLst>
      <p:ext uri="{BB962C8B-B14F-4D97-AF65-F5344CB8AC3E}">
        <p14:creationId xmlns:p14="http://schemas.microsoft.com/office/powerpoint/2010/main" val="1806784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45746-8056-4FEF-9EA4-280FE06E1E87}"/>
              </a:ext>
            </a:extLst>
          </p:cNvPr>
          <p:cNvSpPr>
            <a:spLocks noGrp="1"/>
          </p:cNvSpPr>
          <p:nvPr>
            <p:ph type="title"/>
          </p:nvPr>
        </p:nvSpPr>
        <p:spPr/>
        <p:txBody>
          <a:bodyPr/>
          <a:lstStyle/>
          <a:p>
            <a:r>
              <a:rPr lang="en-US" dirty="0"/>
              <a:t>Test Double</a:t>
            </a:r>
          </a:p>
        </p:txBody>
      </p:sp>
      <p:sp>
        <p:nvSpPr>
          <p:cNvPr id="3" name="Content Placeholder 2">
            <a:extLst>
              <a:ext uri="{FF2B5EF4-FFF2-40B4-BE49-F238E27FC236}">
                <a16:creationId xmlns:a16="http://schemas.microsoft.com/office/drawing/2014/main" id="{1B6FC469-3118-476D-90A5-4201AEBE6BCE}"/>
              </a:ext>
            </a:extLst>
          </p:cNvPr>
          <p:cNvSpPr>
            <a:spLocks noGrp="1"/>
          </p:cNvSpPr>
          <p:nvPr>
            <p:ph idx="1"/>
          </p:nvPr>
        </p:nvSpPr>
        <p:spPr/>
        <p:txBody>
          <a:bodyPr/>
          <a:lstStyle/>
          <a:p>
            <a:r>
              <a:rPr lang="en-US" dirty="0"/>
              <a:t>A </a:t>
            </a:r>
            <a:r>
              <a:rPr lang="en-US" b="1" dirty="0"/>
              <a:t>Test Double</a:t>
            </a:r>
            <a:r>
              <a:rPr lang="en-US" dirty="0"/>
              <a:t> is </a:t>
            </a:r>
            <a:r>
              <a:rPr lang="en-US"/>
              <a:t>a “</a:t>
            </a:r>
            <a:r>
              <a:rPr lang="en-US" b="1"/>
              <a:t>made-up fake” </a:t>
            </a:r>
            <a:r>
              <a:rPr lang="en-US" b="1" dirty="0"/>
              <a:t>version of something your code depends on</a:t>
            </a:r>
            <a:r>
              <a:rPr lang="en-US" dirty="0"/>
              <a:t>, used </a:t>
            </a:r>
            <a:r>
              <a:rPr lang="en-US" b="1" dirty="0"/>
              <a:t>only in tests.</a:t>
            </a:r>
          </a:p>
          <a:p>
            <a:r>
              <a:rPr lang="en-US" dirty="0"/>
              <a:t>Test Double are used if some component:</a:t>
            </a:r>
          </a:p>
          <a:p>
            <a:pPr lvl="1"/>
            <a:r>
              <a:rPr lang="en-US" dirty="0"/>
              <a:t>is not available or implemented yet</a:t>
            </a:r>
          </a:p>
          <a:p>
            <a:pPr lvl="1"/>
            <a:r>
              <a:rPr lang="en-US" dirty="0"/>
              <a:t>will result in unrecoverable actions (BOMB effect!)</a:t>
            </a:r>
          </a:p>
          <a:p>
            <a:pPr lvl="1"/>
            <a:r>
              <a:rPr lang="en-US" dirty="0"/>
              <a:t>is expensive to run (e.g., takes considerable amount of time)</a:t>
            </a:r>
          </a:p>
          <a:p>
            <a:pPr lvl="1"/>
            <a:r>
              <a:rPr lang="en-US" dirty="0"/>
              <a:t>is too difficult to instantiate or configure </a:t>
            </a:r>
          </a:p>
          <a:p>
            <a:pPr lvl="1"/>
            <a:endParaRPr lang="en-US" dirty="0"/>
          </a:p>
          <a:p>
            <a:pPr lvl="1"/>
            <a:endParaRPr lang="en-US" dirty="0"/>
          </a:p>
          <a:p>
            <a:pPr lvl="1"/>
            <a:endParaRPr lang="en-US" dirty="0"/>
          </a:p>
          <a:p>
            <a:pPr lvl="1"/>
            <a:endParaRPr lang="en-US" dirty="0"/>
          </a:p>
        </p:txBody>
      </p:sp>
      <p:sp>
        <p:nvSpPr>
          <p:cNvPr id="4" name="Content Placeholder 3">
            <a:extLst>
              <a:ext uri="{FF2B5EF4-FFF2-40B4-BE49-F238E27FC236}">
                <a16:creationId xmlns:a16="http://schemas.microsoft.com/office/drawing/2014/main" id="{1C3D27B0-4ED0-4580-B67B-8ED296A393D2}"/>
              </a:ext>
            </a:extLst>
          </p:cNvPr>
          <p:cNvSpPr>
            <a:spLocks noGrp="1"/>
          </p:cNvSpPr>
          <p:nvPr>
            <p:ph idx="11"/>
          </p:nvPr>
        </p:nvSpPr>
        <p:spPr/>
        <p:txBody>
          <a:bodyPr/>
          <a:lstStyle/>
          <a:p>
            <a:endParaRPr lang="en-US"/>
          </a:p>
        </p:txBody>
      </p:sp>
    </p:spTree>
    <p:extLst>
      <p:ext uri="{BB962C8B-B14F-4D97-AF65-F5344CB8AC3E}">
        <p14:creationId xmlns:p14="http://schemas.microsoft.com/office/powerpoint/2010/main" val="1303559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22DDD-2C3D-43A8-8C09-EC3066AE3382}"/>
              </a:ext>
            </a:extLst>
          </p:cNvPr>
          <p:cNvSpPr>
            <a:spLocks noGrp="1"/>
          </p:cNvSpPr>
          <p:nvPr>
            <p:ph type="title"/>
          </p:nvPr>
        </p:nvSpPr>
        <p:spPr/>
        <p:txBody>
          <a:bodyPr/>
          <a:lstStyle/>
          <a:p>
            <a:r>
              <a:rPr lang="en-US" dirty="0"/>
              <a:t>Test Double</a:t>
            </a:r>
          </a:p>
        </p:txBody>
      </p:sp>
      <p:sp>
        <p:nvSpPr>
          <p:cNvPr id="3" name="Content Placeholder 2">
            <a:extLst>
              <a:ext uri="{FF2B5EF4-FFF2-40B4-BE49-F238E27FC236}">
                <a16:creationId xmlns:a16="http://schemas.microsoft.com/office/drawing/2014/main" id="{851EC8C9-C8B5-4AA7-BCCF-822A571D430E}"/>
              </a:ext>
            </a:extLst>
          </p:cNvPr>
          <p:cNvSpPr>
            <a:spLocks noGrp="1"/>
          </p:cNvSpPr>
          <p:nvPr>
            <p:ph idx="1"/>
          </p:nvPr>
        </p:nvSpPr>
        <p:spPr/>
        <p:txBody>
          <a:bodyPr>
            <a:normAutofit fontScale="92500" lnSpcReduction="10000"/>
          </a:bodyPr>
          <a:lstStyle/>
          <a:p>
            <a:r>
              <a:rPr lang="en-US" dirty="0"/>
              <a:t>Test doubles must be implemented with as little change as possible to the software</a:t>
            </a:r>
          </a:p>
          <a:p>
            <a:r>
              <a:rPr lang="en-US" dirty="0"/>
              <a:t>Different kinds of doubles:</a:t>
            </a:r>
          </a:p>
          <a:p>
            <a:pPr lvl="1"/>
            <a:r>
              <a:rPr lang="en-US" b="1" dirty="0"/>
              <a:t>Stubs:</a:t>
            </a:r>
            <a:r>
              <a:rPr lang="en-US" dirty="0"/>
              <a:t> a skeletal or special purpose implementation that typically provides </a:t>
            </a:r>
            <a:r>
              <a:rPr lang="en-US" altLang="en-US" dirty="0"/>
              <a:t>canned answers to calls made during the test</a:t>
            </a:r>
            <a:endParaRPr lang="en-US" dirty="0"/>
          </a:p>
          <a:p>
            <a:pPr lvl="1"/>
            <a:r>
              <a:rPr lang="en-US" b="1" dirty="0"/>
              <a:t>Mocks:</a:t>
            </a:r>
            <a:r>
              <a:rPr lang="en-US" dirty="0"/>
              <a:t> A pre-programmed class with ability to verify if the class under test made correct interactions with them</a:t>
            </a:r>
          </a:p>
          <a:p>
            <a:pPr lvl="1"/>
            <a:r>
              <a:rPr lang="en-US" b="1" dirty="0"/>
              <a:t>Fakes:</a:t>
            </a:r>
            <a:r>
              <a:rPr lang="en-US" dirty="0"/>
              <a:t> </a:t>
            </a:r>
            <a:r>
              <a:rPr lang="en-US" altLang="en-US" dirty="0"/>
              <a:t>objects with working implementations which “take shortcut” when needed</a:t>
            </a:r>
            <a:endParaRPr lang="en-US" dirty="0"/>
          </a:p>
          <a:p>
            <a:pPr lvl="1"/>
            <a:r>
              <a:rPr lang="en-US" b="1" dirty="0" err="1"/>
              <a:t>Dummys</a:t>
            </a:r>
            <a:r>
              <a:rPr lang="en-US" b="1" dirty="0"/>
              <a:t>:</a:t>
            </a:r>
            <a:r>
              <a:rPr lang="en-US" dirty="0"/>
              <a:t> </a:t>
            </a:r>
            <a:r>
              <a:rPr lang="en-US" altLang="en-US" dirty="0"/>
              <a:t>objects that are passed around but never actually used</a:t>
            </a:r>
            <a:endParaRPr lang="en-US" dirty="0"/>
          </a:p>
          <a:p>
            <a:pPr lvl="1"/>
            <a:endParaRPr lang="en-US" dirty="0"/>
          </a:p>
        </p:txBody>
      </p:sp>
      <p:sp>
        <p:nvSpPr>
          <p:cNvPr id="4" name="Content Placeholder 3">
            <a:extLst>
              <a:ext uri="{FF2B5EF4-FFF2-40B4-BE49-F238E27FC236}">
                <a16:creationId xmlns:a16="http://schemas.microsoft.com/office/drawing/2014/main" id="{A9A92A3B-D2B8-4447-95D6-6AF5158B43A0}"/>
              </a:ext>
            </a:extLst>
          </p:cNvPr>
          <p:cNvSpPr>
            <a:spLocks noGrp="1"/>
          </p:cNvSpPr>
          <p:nvPr>
            <p:ph idx="11"/>
          </p:nvPr>
        </p:nvSpPr>
        <p:spPr/>
        <p:txBody>
          <a:bodyPr/>
          <a:lstStyle/>
          <a:p>
            <a:endParaRPr lang="en-US"/>
          </a:p>
        </p:txBody>
      </p:sp>
    </p:spTree>
    <p:extLst>
      <p:ext uri="{BB962C8B-B14F-4D97-AF65-F5344CB8AC3E}">
        <p14:creationId xmlns:p14="http://schemas.microsoft.com/office/powerpoint/2010/main" val="2850486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D0F71-5149-4EBF-9306-03E1FB1669C6}"/>
              </a:ext>
            </a:extLst>
          </p:cNvPr>
          <p:cNvSpPr>
            <a:spLocks noGrp="1"/>
          </p:cNvSpPr>
          <p:nvPr>
            <p:ph type="title"/>
          </p:nvPr>
        </p:nvSpPr>
        <p:spPr/>
        <p:txBody>
          <a:bodyPr/>
          <a:lstStyle/>
          <a:p>
            <a:r>
              <a:rPr lang="en-US" dirty="0"/>
              <a:t>Examples – Bomb effect</a:t>
            </a:r>
          </a:p>
        </p:txBody>
      </p:sp>
      <p:sp>
        <p:nvSpPr>
          <p:cNvPr id="3" name="Content Placeholder 2">
            <a:extLst>
              <a:ext uri="{FF2B5EF4-FFF2-40B4-BE49-F238E27FC236}">
                <a16:creationId xmlns:a16="http://schemas.microsoft.com/office/drawing/2014/main" id="{EFE76820-C840-4F53-A512-080380687C09}"/>
              </a:ext>
            </a:extLst>
          </p:cNvPr>
          <p:cNvSpPr>
            <a:spLocks noGrp="1"/>
          </p:cNvSpPr>
          <p:nvPr>
            <p:ph idx="1"/>
          </p:nvPr>
        </p:nvSpPr>
        <p:spPr/>
        <p:txBody>
          <a:bodyPr/>
          <a:lstStyle/>
          <a:p>
            <a:r>
              <a:rPr lang="en-US" dirty="0"/>
              <a:t>Software systems that: </a:t>
            </a:r>
          </a:p>
          <a:p>
            <a:pPr lvl="1"/>
            <a:r>
              <a:rPr lang="en-US" dirty="0"/>
              <a:t>send emails to lots of customers</a:t>
            </a:r>
          </a:p>
          <a:p>
            <a:pPr lvl="1"/>
            <a:r>
              <a:rPr lang="en-US" dirty="0"/>
              <a:t>performs financial transactions (e.g., charge a credit card)</a:t>
            </a:r>
          </a:p>
          <a:p>
            <a:pPr lvl="1"/>
            <a:r>
              <a:rPr lang="en-US" dirty="0"/>
              <a:t>launches a missile!</a:t>
            </a:r>
          </a:p>
          <a:p>
            <a:pPr lvl="1"/>
            <a:r>
              <a:rPr lang="en-US" dirty="0"/>
              <a:t>etc.</a:t>
            </a:r>
          </a:p>
          <a:p>
            <a:endParaRPr lang="en-US" dirty="0"/>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0D110EBA-717E-4AA9-BBE6-773A81E8F445}"/>
              </a:ext>
            </a:extLst>
          </p:cNvPr>
          <p:cNvPicPr>
            <a:picLocks noChangeAspect="1"/>
          </p:cNvPicPr>
          <p:nvPr/>
        </p:nvPicPr>
        <p:blipFill>
          <a:blip r:embed="rId2"/>
          <a:stretch>
            <a:fillRect/>
          </a:stretch>
        </p:blipFill>
        <p:spPr>
          <a:xfrm>
            <a:off x="1368287" y="2975773"/>
            <a:ext cx="2415208" cy="2027987"/>
          </a:xfrm>
          <a:prstGeom prst="rect">
            <a:avLst/>
          </a:prstGeom>
        </p:spPr>
      </p:pic>
      <p:pic>
        <p:nvPicPr>
          <p:cNvPr id="6" name="Picture 5">
            <a:extLst>
              <a:ext uri="{FF2B5EF4-FFF2-40B4-BE49-F238E27FC236}">
                <a16:creationId xmlns:a16="http://schemas.microsoft.com/office/drawing/2014/main" id="{AB37270D-5B0A-4645-9187-1AA8798E0F1D}"/>
              </a:ext>
            </a:extLst>
          </p:cNvPr>
          <p:cNvPicPr>
            <a:picLocks noChangeAspect="1"/>
          </p:cNvPicPr>
          <p:nvPr/>
        </p:nvPicPr>
        <p:blipFill>
          <a:blip r:embed="rId3"/>
          <a:stretch>
            <a:fillRect/>
          </a:stretch>
        </p:blipFill>
        <p:spPr>
          <a:xfrm>
            <a:off x="3960558" y="2975774"/>
            <a:ext cx="2264407" cy="2008232"/>
          </a:xfrm>
          <a:prstGeom prst="rect">
            <a:avLst/>
          </a:prstGeom>
        </p:spPr>
      </p:pic>
      <p:pic>
        <p:nvPicPr>
          <p:cNvPr id="2050" name="Picture 2" descr="Test engineer James Peckham  runs an avionics flight simulation to see how SLS will perform during launch.">
            <a:extLst>
              <a:ext uri="{FF2B5EF4-FFF2-40B4-BE49-F238E27FC236}">
                <a16:creationId xmlns:a16="http://schemas.microsoft.com/office/drawing/2014/main" id="{1A4EDCB9-8466-4A9C-9379-12547E1874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63071" y="2480734"/>
            <a:ext cx="1666530" cy="2503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8848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CFB78-BAF2-40AB-B597-B46BD46B6F0E}"/>
              </a:ext>
            </a:extLst>
          </p:cNvPr>
          <p:cNvSpPr>
            <a:spLocks noGrp="1"/>
          </p:cNvSpPr>
          <p:nvPr>
            <p:ph type="title"/>
          </p:nvPr>
        </p:nvSpPr>
        <p:spPr/>
        <p:txBody>
          <a:bodyPr>
            <a:normAutofit/>
          </a:bodyPr>
          <a:lstStyle/>
          <a:p>
            <a:r>
              <a:rPr lang="en-US" dirty="0"/>
              <a:t>More Examples</a:t>
            </a:r>
          </a:p>
        </p:txBody>
      </p:sp>
      <p:sp>
        <p:nvSpPr>
          <p:cNvPr id="3" name="Content Placeholder 2">
            <a:extLst>
              <a:ext uri="{FF2B5EF4-FFF2-40B4-BE49-F238E27FC236}">
                <a16:creationId xmlns:a16="http://schemas.microsoft.com/office/drawing/2014/main" id="{0E93FBF4-3AF7-440F-AE87-69844A369CD3}"/>
              </a:ext>
            </a:extLst>
          </p:cNvPr>
          <p:cNvSpPr>
            <a:spLocks noGrp="1"/>
          </p:cNvSpPr>
          <p:nvPr>
            <p:ph idx="1"/>
          </p:nvPr>
        </p:nvSpPr>
        <p:spPr/>
        <p:txBody>
          <a:bodyPr/>
          <a:lstStyle/>
          <a:p>
            <a:r>
              <a:rPr lang="en-US" b="1" dirty="0"/>
              <a:t>Test-Driven Development:</a:t>
            </a:r>
            <a:r>
              <a:rPr lang="en-US" dirty="0"/>
              <a:t> tests are written and executed prior to the implementation</a:t>
            </a:r>
          </a:p>
          <a:p>
            <a:r>
              <a:rPr lang="en-US" dirty="0"/>
              <a:t>Database is not ready yet or a live </a:t>
            </a:r>
            <a:r>
              <a:rPr lang="en-US" dirty="0" err="1"/>
              <a:t>db</a:t>
            </a:r>
            <a:r>
              <a:rPr lang="en-US" dirty="0"/>
              <a:t> connection does not exist at the time of testing</a:t>
            </a:r>
          </a:p>
          <a:p>
            <a:r>
              <a:rPr lang="en-US" dirty="0"/>
              <a:t>Heavy calculations that take considerable amount of time to finish</a:t>
            </a:r>
          </a:p>
          <a:p>
            <a:r>
              <a:rPr lang="en-US" dirty="0"/>
              <a:t>Need user interaction</a:t>
            </a:r>
          </a:p>
          <a:p>
            <a:endParaRPr lang="en-US" dirty="0"/>
          </a:p>
          <a:p>
            <a:endParaRPr lang="en-US" dirty="0"/>
          </a:p>
          <a:p>
            <a:endParaRPr lang="en-US" dirty="0"/>
          </a:p>
          <a:p>
            <a:endParaRPr lang="en-US" dirty="0"/>
          </a:p>
          <a:p>
            <a:endParaRPr lang="en-US" dirty="0"/>
          </a:p>
        </p:txBody>
      </p:sp>
      <p:sp>
        <p:nvSpPr>
          <p:cNvPr id="4" name="Content Placeholder 3">
            <a:extLst>
              <a:ext uri="{FF2B5EF4-FFF2-40B4-BE49-F238E27FC236}">
                <a16:creationId xmlns:a16="http://schemas.microsoft.com/office/drawing/2014/main" id="{089CC617-227E-405A-B88B-01EE7A2D5EFB}"/>
              </a:ext>
            </a:extLst>
          </p:cNvPr>
          <p:cNvSpPr>
            <a:spLocks noGrp="1"/>
          </p:cNvSpPr>
          <p:nvPr>
            <p:ph idx="11"/>
          </p:nvPr>
        </p:nvSpPr>
        <p:spPr/>
        <p:txBody>
          <a:bodyPr/>
          <a:lstStyle/>
          <a:p>
            <a:endParaRPr lang="en-US"/>
          </a:p>
        </p:txBody>
      </p:sp>
    </p:spTree>
    <p:extLst>
      <p:ext uri="{BB962C8B-B14F-4D97-AF65-F5344CB8AC3E}">
        <p14:creationId xmlns:p14="http://schemas.microsoft.com/office/powerpoint/2010/main" val="3174155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812D-B1DB-4D87-81CB-223E3AA769A1}"/>
              </a:ext>
            </a:extLst>
          </p:cNvPr>
          <p:cNvSpPr>
            <a:spLocks noGrp="1"/>
          </p:cNvSpPr>
          <p:nvPr>
            <p:ph type="title"/>
          </p:nvPr>
        </p:nvSpPr>
        <p:spPr/>
        <p:txBody>
          <a:bodyPr/>
          <a:lstStyle/>
          <a:p>
            <a:r>
              <a:rPr lang="en-US" dirty="0"/>
              <a:t>Testing with Doubles</a:t>
            </a:r>
          </a:p>
        </p:txBody>
      </p:sp>
      <p:sp>
        <p:nvSpPr>
          <p:cNvPr id="5" name="Rectangle: Rounded Corners 4">
            <a:extLst>
              <a:ext uri="{FF2B5EF4-FFF2-40B4-BE49-F238E27FC236}">
                <a16:creationId xmlns:a16="http://schemas.microsoft.com/office/drawing/2014/main" id="{FE8EDB96-BA5F-42EA-AE1F-FCB9EC2B9DC2}"/>
              </a:ext>
            </a:extLst>
          </p:cNvPr>
          <p:cNvSpPr/>
          <p:nvPr/>
        </p:nvSpPr>
        <p:spPr>
          <a:xfrm>
            <a:off x="3209516" y="2169075"/>
            <a:ext cx="1470991" cy="857250"/>
          </a:xfrm>
          <a:prstGeom prst="roundRect">
            <a:avLst/>
          </a:prstGeom>
          <a:noFill/>
          <a:ln w="508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C5D28623-FA6B-43A0-9C33-53549EE1B57C}"/>
              </a:ext>
            </a:extLst>
          </p:cNvPr>
          <p:cNvSpPr/>
          <p:nvPr/>
        </p:nvSpPr>
        <p:spPr>
          <a:xfrm>
            <a:off x="5475405" y="2169075"/>
            <a:ext cx="1470991" cy="857250"/>
          </a:xfrm>
          <a:prstGeom prst="roundRect">
            <a:avLst/>
          </a:prstGeom>
          <a:noFill/>
          <a:ln w="508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8425FB35-B3E5-4527-AC29-86A8E095C55F}"/>
              </a:ext>
            </a:extLst>
          </p:cNvPr>
          <p:cNvSpPr/>
          <p:nvPr/>
        </p:nvSpPr>
        <p:spPr>
          <a:xfrm>
            <a:off x="5475404" y="3315681"/>
            <a:ext cx="1470991" cy="857250"/>
          </a:xfrm>
          <a:prstGeom prst="roundRect">
            <a:avLst/>
          </a:prstGeom>
          <a:noFill/>
          <a:ln w="50800">
            <a:solidFill>
              <a:schemeClr val="bg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lumMod val="65000"/>
                  <a:lumOff val="35000"/>
                </a:schemeClr>
              </a:solidFill>
            </a:endParaRPr>
          </a:p>
        </p:txBody>
      </p:sp>
      <p:pic>
        <p:nvPicPr>
          <p:cNvPr id="9" name="Picture 8">
            <a:extLst>
              <a:ext uri="{FF2B5EF4-FFF2-40B4-BE49-F238E27FC236}">
                <a16:creationId xmlns:a16="http://schemas.microsoft.com/office/drawing/2014/main" id="{CB30F106-8E7D-4AFC-A666-55349D3A12C2}"/>
              </a:ext>
            </a:extLst>
          </p:cNvPr>
          <p:cNvPicPr>
            <a:picLocks noChangeAspect="1"/>
          </p:cNvPicPr>
          <p:nvPr/>
        </p:nvPicPr>
        <p:blipFill>
          <a:blip r:embed="rId2"/>
          <a:stretch>
            <a:fillRect/>
          </a:stretch>
        </p:blipFill>
        <p:spPr>
          <a:xfrm>
            <a:off x="7788142" y="1908325"/>
            <a:ext cx="894522" cy="1018761"/>
          </a:xfrm>
          <a:prstGeom prst="rect">
            <a:avLst/>
          </a:prstGeom>
        </p:spPr>
      </p:pic>
      <p:cxnSp>
        <p:nvCxnSpPr>
          <p:cNvPr id="14" name="Straight Arrow Connector 13">
            <a:extLst>
              <a:ext uri="{FF2B5EF4-FFF2-40B4-BE49-F238E27FC236}">
                <a16:creationId xmlns:a16="http://schemas.microsoft.com/office/drawing/2014/main" id="{24AB049A-24EE-48C4-856B-AD9ACCF45E86}"/>
              </a:ext>
            </a:extLst>
          </p:cNvPr>
          <p:cNvCxnSpPr>
            <a:stCxn id="5" idx="3"/>
            <a:endCxn id="6" idx="1"/>
          </p:cNvCxnSpPr>
          <p:nvPr/>
        </p:nvCxnSpPr>
        <p:spPr>
          <a:xfrm>
            <a:off x="4680507" y="2597700"/>
            <a:ext cx="794898" cy="0"/>
          </a:xfrm>
          <a:prstGeom prst="straightConnector1">
            <a:avLst/>
          </a:prstGeom>
          <a:ln w="508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64032CAD-4C22-4EC1-B889-482BC4B48BCE}"/>
              </a:ext>
            </a:extLst>
          </p:cNvPr>
          <p:cNvCxnSpPr>
            <a:cxnSpLocks/>
          </p:cNvCxnSpPr>
          <p:nvPr/>
        </p:nvCxnSpPr>
        <p:spPr>
          <a:xfrm>
            <a:off x="6946396" y="2592417"/>
            <a:ext cx="841746" cy="0"/>
          </a:xfrm>
          <a:prstGeom prst="straightConnector1">
            <a:avLst/>
          </a:prstGeom>
          <a:ln w="508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Elbow 17">
            <a:extLst>
              <a:ext uri="{FF2B5EF4-FFF2-40B4-BE49-F238E27FC236}">
                <a16:creationId xmlns:a16="http://schemas.microsoft.com/office/drawing/2014/main" id="{9387F16B-2E21-4236-BCD4-6F537E7D340B}"/>
              </a:ext>
            </a:extLst>
          </p:cNvPr>
          <p:cNvCxnSpPr>
            <a:cxnSpLocks/>
          </p:cNvCxnSpPr>
          <p:nvPr/>
        </p:nvCxnSpPr>
        <p:spPr>
          <a:xfrm>
            <a:off x="4680507" y="2941237"/>
            <a:ext cx="794898" cy="769797"/>
          </a:xfrm>
          <a:prstGeom prst="bentConnector3">
            <a:avLst>
              <a:gd name="adj1" fmla="val 50000"/>
            </a:avLst>
          </a:prstGeom>
          <a:ln w="50800">
            <a:solidFill>
              <a:schemeClr val="tx1"/>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E38F6F08-33C2-422F-A233-DE553C28E3F1}"/>
              </a:ext>
            </a:extLst>
          </p:cNvPr>
          <p:cNvSpPr txBox="1"/>
          <p:nvPr/>
        </p:nvSpPr>
        <p:spPr>
          <a:xfrm>
            <a:off x="3209515" y="2212979"/>
            <a:ext cx="1470991" cy="769441"/>
          </a:xfrm>
          <a:prstGeom prst="rect">
            <a:avLst/>
          </a:prstGeom>
          <a:noFill/>
        </p:spPr>
        <p:txBody>
          <a:bodyPr wrap="square" rtlCol="0">
            <a:spAutoFit/>
          </a:bodyPr>
          <a:lstStyle/>
          <a:p>
            <a:pPr algn="ctr"/>
            <a:r>
              <a:rPr lang="en-US" sz="2200" dirty="0"/>
              <a:t>Software Under Test</a:t>
            </a:r>
          </a:p>
        </p:txBody>
      </p:sp>
      <p:sp>
        <p:nvSpPr>
          <p:cNvPr id="26" name="TextBox 25">
            <a:extLst>
              <a:ext uri="{FF2B5EF4-FFF2-40B4-BE49-F238E27FC236}">
                <a16:creationId xmlns:a16="http://schemas.microsoft.com/office/drawing/2014/main" id="{AC7E9FC6-60C0-4F61-8835-F44DB55731F9}"/>
              </a:ext>
            </a:extLst>
          </p:cNvPr>
          <p:cNvSpPr txBox="1"/>
          <p:nvPr/>
        </p:nvSpPr>
        <p:spPr>
          <a:xfrm>
            <a:off x="5391524" y="2207696"/>
            <a:ext cx="1638750" cy="769441"/>
          </a:xfrm>
          <a:prstGeom prst="rect">
            <a:avLst/>
          </a:prstGeom>
          <a:noFill/>
        </p:spPr>
        <p:txBody>
          <a:bodyPr wrap="square" rtlCol="0">
            <a:spAutoFit/>
          </a:bodyPr>
          <a:lstStyle/>
          <a:p>
            <a:pPr algn="ctr"/>
            <a:r>
              <a:rPr lang="en-US" sz="2200" dirty="0"/>
              <a:t>Dependency Component</a:t>
            </a:r>
          </a:p>
        </p:txBody>
      </p:sp>
      <p:sp>
        <p:nvSpPr>
          <p:cNvPr id="27" name="TextBox 26">
            <a:extLst>
              <a:ext uri="{FF2B5EF4-FFF2-40B4-BE49-F238E27FC236}">
                <a16:creationId xmlns:a16="http://schemas.microsoft.com/office/drawing/2014/main" id="{DFDF3BAF-EF19-4381-81AE-75BA5D4B15D3}"/>
              </a:ext>
            </a:extLst>
          </p:cNvPr>
          <p:cNvSpPr txBox="1"/>
          <p:nvPr/>
        </p:nvSpPr>
        <p:spPr>
          <a:xfrm>
            <a:off x="5391524" y="3318267"/>
            <a:ext cx="1638750" cy="877163"/>
          </a:xfrm>
          <a:prstGeom prst="rect">
            <a:avLst/>
          </a:prstGeom>
          <a:noFill/>
          <a:ln>
            <a:noFill/>
          </a:ln>
        </p:spPr>
        <p:txBody>
          <a:bodyPr wrap="square" rtlCol="0">
            <a:spAutoFit/>
          </a:bodyPr>
          <a:lstStyle/>
          <a:p>
            <a:pPr algn="ctr"/>
            <a:r>
              <a:rPr lang="en-US" sz="1700" dirty="0">
                <a:solidFill>
                  <a:schemeClr val="tx1">
                    <a:lumMod val="65000"/>
                    <a:lumOff val="35000"/>
                  </a:schemeClr>
                </a:solidFill>
              </a:rPr>
              <a:t>Double of Dependency Component</a:t>
            </a:r>
          </a:p>
        </p:txBody>
      </p:sp>
      <p:sp>
        <p:nvSpPr>
          <p:cNvPr id="28" name="Rectangle: Rounded Corners 27">
            <a:extLst>
              <a:ext uri="{FF2B5EF4-FFF2-40B4-BE49-F238E27FC236}">
                <a16:creationId xmlns:a16="http://schemas.microsoft.com/office/drawing/2014/main" id="{02747166-42E5-45F6-9F8A-EAA1A79B38BD}"/>
              </a:ext>
            </a:extLst>
          </p:cNvPr>
          <p:cNvSpPr/>
          <p:nvPr/>
        </p:nvSpPr>
        <p:spPr>
          <a:xfrm>
            <a:off x="925765" y="2169075"/>
            <a:ext cx="1470991" cy="857250"/>
          </a:xfrm>
          <a:prstGeom prst="roundRect">
            <a:avLst/>
          </a:prstGeom>
          <a:noFill/>
          <a:ln w="508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FEB88B5A-6109-4048-8A74-D8588A152956}"/>
              </a:ext>
            </a:extLst>
          </p:cNvPr>
          <p:cNvSpPr txBox="1"/>
          <p:nvPr/>
        </p:nvSpPr>
        <p:spPr>
          <a:xfrm>
            <a:off x="768908" y="2222509"/>
            <a:ext cx="1807986" cy="692497"/>
          </a:xfrm>
          <a:prstGeom prst="rect">
            <a:avLst/>
          </a:prstGeom>
          <a:noFill/>
        </p:spPr>
        <p:txBody>
          <a:bodyPr wrap="square" rtlCol="0">
            <a:spAutoFit/>
          </a:bodyPr>
          <a:lstStyle/>
          <a:p>
            <a:pPr algn="ctr"/>
            <a:r>
              <a:rPr lang="en-US" sz="2200" dirty="0"/>
              <a:t>Test Harness </a:t>
            </a:r>
            <a:r>
              <a:rPr lang="en-US" sz="1700" dirty="0"/>
              <a:t>e.g., JUnit tests</a:t>
            </a:r>
          </a:p>
        </p:txBody>
      </p:sp>
      <p:cxnSp>
        <p:nvCxnSpPr>
          <p:cNvPr id="30" name="Straight Arrow Connector 29">
            <a:extLst>
              <a:ext uri="{FF2B5EF4-FFF2-40B4-BE49-F238E27FC236}">
                <a16:creationId xmlns:a16="http://schemas.microsoft.com/office/drawing/2014/main" id="{86692992-7F7C-41D6-9D95-DDAA2A767184}"/>
              </a:ext>
            </a:extLst>
          </p:cNvPr>
          <p:cNvCxnSpPr/>
          <p:nvPr/>
        </p:nvCxnSpPr>
        <p:spPr>
          <a:xfrm>
            <a:off x="2396756" y="2625184"/>
            <a:ext cx="794898" cy="0"/>
          </a:xfrm>
          <a:prstGeom prst="straightConnector1">
            <a:avLst/>
          </a:prstGeom>
          <a:ln w="508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6191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C0B3F-99CE-4DC9-A2C1-45726D6B2F8E}"/>
              </a:ext>
            </a:extLst>
          </p:cNvPr>
          <p:cNvSpPr>
            <a:spLocks noGrp="1"/>
          </p:cNvSpPr>
          <p:nvPr>
            <p:ph type="title"/>
          </p:nvPr>
        </p:nvSpPr>
        <p:spPr/>
        <p:txBody>
          <a:bodyPr/>
          <a:lstStyle/>
          <a:p>
            <a:r>
              <a:rPr lang="en-US" dirty="0"/>
              <a:t>Testing with Doubles</a:t>
            </a:r>
          </a:p>
        </p:txBody>
      </p:sp>
      <p:sp>
        <p:nvSpPr>
          <p:cNvPr id="3" name="Content Placeholder 2">
            <a:extLst>
              <a:ext uri="{FF2B5EF4-FFF2-40B4-BE49-F238E27FC236}">
                <a16:creationId xmlns:a16="http://schemas.microsoft.com/office/drawing/2014/main" id="{B968B769-3DB5-4BF3-B9C8-2720005096FA}"/>
              </a:ext>
            </a:extLst>
          </p:cNvPr>
          <p:cNvSpPr>
            <a:spLocks noGrp="1"/>
          </p:cNvSpPr>
          <p:nvPr>
            <p:ph idx="1"/>
          </p:nvPr>
        </p:nvSpPr>
        <p:spPr/>
        <p:txBody>
          <a:bodyPr/>
          <a:lstStyle/>
          <a:p>
            <a:r>
              <a:rPr lang="en-US" dirty="0"/>
              <a:t>Typical workflow:</a:t>
            </a:r>
          </a:p>
          <a:p>
            <a:pPr marL="741362" lvl="1" indent="-457200">
              <a:buFont typeface="+mj-lt"/>
              <a:buAutoNum type="arabicPeriod"/>
            </a:pPr>
            <a:r>
              <a:rPr lang="en-US" dirty="0"/>
              <a:t>obtain/create necessary test doubles (using mocking tools)</a:t>
            </a:r>
          </a:p>
          <a:p>
            <a:pPr marL="741362" lvl="1" indent="-457200">
              <a:buFont typeface="+mj-lt"/>
              <a:buAutoNum type="arabicPeriod"/>
            </a:pPr>
            <a:r>
              <a:rPr lang="en-US" dirty="0"/>
              <a:t>specify the expected sequence of interactions with the test double</a:t>
            </a:r>
          </a:p>
          <a:p>
            <a:pPr marL="741362" lvl="1" indent="-457200">
              <a:buFont typeface="+mj-lt"/>
              <a:buAutoNum type="arabicPeriod"/>
            </a:pPr>
            <a:r>
              <a:rPr lang="en-US" dirty="0"/>
              <a:t>carry out the action under test</a:t>
            </a:r>
          </a:p>
          <a:p>
            <a:pPr marL="741362" lvl="1" indent="-457200">
              <a:buFont typeface="+mj-lt"/>
              <a:buAutoNum type="arabicPeriod"/>
            </a:pPr>
            <a:r>
              <a:rPr lang="en-US" dirty="0"/>
              <a:t>verify that the expected interactions, in fact, occurred</a:t>
            </a:r>
          </a:p>
          <a:p>
            <a:pPr marL="741362" lvl="1" indent="-457200">
              <a:buFont typeface="+mj-lt"/>
              <a:buAutoNum type="arabicPeriod"/>
            </a:pPr>
            <a:endParaRPr lang="en-US" dirty="0"/>
          </a:p>
          <a:p>
            <a:pPr marL="741362" lvl="1" indent="-457200">
              <a:buFont typeface="+mj-lt"/>
              <a:buAutoNum type="arabicPeriod"/>
            </a:pPr>
            <a:endParaRPr lang="en-US" dirty="0"/>
          </a:p>
          <a:p>
            <a:endParaRPr lang="en-US" dirty="0"/>
          </a:p>
        </p:txBody>
      </p:sp>
      <p:sp>
        <p:nvSpPr>
          <p:cNvPr id="4" name="Content Placeholder 3">
            <a:extLst>
              <a:ext uri="{FF2B5EF4-FFF2-40B4-BE49-F238E27FC236}">
                <a16:creationId xmlns:a16="http://schemas.microsoft.com/office/drawing/2014/main" id="{FCC7A6F8-E649-4B21-B7FC-60EB0ACA6F24}"/>
              </a:ext>
            </a:extLst>
          </p:cNvPr>
          <p:cNvSpPr>
            <a:spLocks noGrp="1"/>
          </p:cNvSpPr>
          <p:nvPr>
            <p:ph idx="11"/>
          </p:nvPr>
        </p:nvSpPr>
        <p:spPr/>
        <p:txBody>
          <a:bodyPr/>
          <a:lstStyle/>
          <a:p>
            <a:endParaRPr lang="en-US" dirty="0"/>
          </a:p>
        </p:txBody>
      </p:sp>
    </p:spTree>
    <p:extLst>
      <p:ext uri="{BB962C8B-B14F-4D97-AF65-F5344CB8AC3E}">
        <p14:creationId xmlns:p14="http://schemas.microsoft.com/office/powerpoint/2010/main" val="2924732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C0B3F-99CE-4DC9-A2C1-45726D6B2F8E}"/>
              </a:ext>
            </a:extLst>
          </p:cNvPr>
          <p:cNvSpPr>
            <a:spLocks noGrp="1"/>
          </p:cNvSpPr>
          <p:nvPr>
            <p:ph type="title"/>
          </p:nvPr>
        </p:nvSpPr>
        <p:spPr/>
        <p:txBody>
          <a:bodyPr/>
          <a:lstStyle/>
          <a:p>
            <a:r>
              <a:rPr lang="en-US" dirty="0"/>
              <a:t>Testing with Doubles</a:t>
            </a:r>
          </a:p>
        </p:txBody>
      </p:sp>
      <p:sp>
        <p:nvSpPr>
          <p:cNvPr id="3" name="Content Placeholder 2">
            <a:extLst>
              <a:ext uri="{FF2B5EF4-FFF2-40B4-BE49-F238E27FC236}">
                <a16:creationId xmlns:a16="http://schemas.microsoft.com/office/drawing/2014/main" id="{B968B769-3DB5-4BF3-B9C8-2720005096FA}"/>
              </a:ext>
            </a:extLst>
          </p:cNvPr>
          <p:cNvSpPr>
            <a:spLocks noGrp="1"/>
          </p:cNvSpPr>
          <p:nvPr>
            <p:ph idx="1"/>
          </p:nvPr>
        </p:nvSpPr>
        <p:spPr/>
        <p:txBody>
          <a:bodyPr/>
          <a:lstStyle/>
          <a:p>
            <a:r>
              <a:rPr lang="en-US" dirty="0"/>
              <a:t>Many tools exist to help with this:</a:t>
            </a:r>
          </a:p>
          <a:p>
            <a:pPr lvl="1"/>
            <a:r>
              <a:rPr lang="en-US" dirty="0"/>
              <a:t>Most IDEs automatically generate simple stubs</a:t>
            </a:r>
          </a:p>
          <a:p>
            <a:pPr lvl="1"/>
            <a:r>
              <a:rPr lang="en-US" dirty="0"/>
              <a:t>Automated Mock testing tools:</a:t>
            </a:r>
          </a:p>
          <a:p>
            <a:pPr lvl="2"/>
            <a:r>
              <a:rPr lang="en-US" b="1" dirty="0"/>
              <a:t>Java:</a:t>
            </a:r>
            <a:r>
              <a:rPr lang="en-US" dirty="0"/>
              <a:t> Mockito, </a:t>
            </a:r>
            <a:r>
              <a:rPr lang="en-US" dirty="0" err="1"/>
              <a:t>jMock</a:t>
            </a:r>
            <a:r>
              <a:rPr lang="en-US" dirty="0"/>
              <a:t>, </a:t>
            </a:r>
            <a:r>
              <a:rPr lang="en-US" dirty="0" err="1"/>
              <a:t>EasyMock</a:t>
            </a:r>
            <a:r>
              <a:rPr lang="en-US" dirty="0"/>
              <a:t>, </a:t>
            </a:r>
            <a:r>
              <a:rPr lang="en-US" dirty="0" err="1"/>
              <a:t>PowerMock</a:t>
            </a:r>
            <a:r>
              <a:rPr lang="en-US" dirty="0"/>
              <a:t> etc.</a:t>
            </a:r>
          </a:p>
          <a:p>
            <a:pPr lvl="2"/>
            <a:r>
              <a:rPr lang="en-US" b="1" dirty="0"/>
              <a:t>C++:</a:t>
            </a:r>
            <a:r>
              <a:rPr lang="en-US" dirty="0"/>
              <a:t> Google Mock, </a:t>
            </a:r>
            <a:r>
              <a:rPr lang="en-US" dirty="0" err="1"/>
              <a:t>TypeMock</a:t>
            </a:r>
            <a:endParaRPr lang="en-US" dirty="0"/>
          </a:p>
          <a:p>
            <a:pPr lvl="2"/>
            <a:r>
              <a:rPr lang="en-US" b="1" dirty="0"/>
              <a:t>Python:</a:t>
            </a:r>
            <a:r>
              <a:rPr lang="en-US" dirty="0"/>
              <a:t> </a:t>
            </a:r>
            <a:r>
              <a:rPr lang="en-US" dirty="0" err="1"/>
              <a:t>unittest.mock</a:t>
            </a:r>
            <a:r>
              <a:rPr lang="en-US" dirty="0"/>
              <a:t>, </a:t>
            </a:r>
            <a:r>
              <a:rPr lang="en-US" dirty="0" err="1"/>
              <a:t>PyMock</a:t>
            </a:r>
            <a:r>
              <a:rPr lang="en-US" dirty="0"/>
              <a:t>, </a:t>
            </a:r>
            <a:r>
              <a:rPr lang="en-US" dirty="0" err="1"/>
              <a:t>Mox</a:t>
            </a:r>
            <a:r>
              <a:rPr lang="en-US" dirty="0"/>
              <a:t>, etc.</a:t>
            </a:r>
          </a:p>
          <a:p>
            <a:pPr lvl="2"/>
            <a:r>
              <a:rPr lang="en-US" b="1" dirty="0"/>
              <a:t>etc.</a:t>
            </a:r>
          </a:p>
          <a:p>
            <a:pPr lvl="2"/>
            <a:endParaRPr lang="en-US" dirty="0"/>
          </a:p>
          <a:p>
            <a:pPr marL="741362" lvl="1" indent="-457200">
              <a:buFont typeface="+mj-lt"/>
              <a:buAutoNum type="arabicPeriod"/>
            </a:pPr>
            <a:endParaRPr lang="en-US" dirty="0"/>
          </a:p>
          <a:p>
            <a:pPr marL="741362" lvl="1" indent="-457200">
              <a:buFont typeface="+mj-lt"/>
              <a:buAutoNum type="arabicPeriod"/>
            </a:pPr>
            <a:endParaRPr lang="en-US" dirty="0"/>
          </a:p>
          <a:p>
            <a:endParaRPr lang="en-US" dirty="0"/>
          </a:p>
        </p:txBody>
      </p:sp>
      <p:sp>
        <p:nvSpPr>
          <p:cNvPr id="4" name="Content Placeholder 3">
            <a:extLst>
              <a:ext uri="{FF2B5EF4-FFF2-40B4-BE49-F238E27FC236}">
                <a16:creationId xmlns:a16="http://schemas.microsoft.com/office/drawing/2014/main" id="{FCC7A6F8-E649-4B21-B7FC-60EB0ACA6F24}"/>
              </a:ext>
            </a:extLst>
          </p:cNvPr>
          <p:cNvSpPr>
            <a:spLocks noGrp="1"/>
          </p:cNvSpPr>
          <p:nvPr>
            <p:ph idx="11"/>
          </p:nvPr>
        </p:nvSpPr>
        <p:spPr/>
        <p:txBody>
          <a:bodyPr/>
          <a:lstStyle/>
          <a:p>
            <a:endParaRPr lang="en-US" dirty="0"/>
          </a:p>
        </p:txBody>
      </p:sp>
    </p:spTree>
    <p:extLst>
      <p:ext uri="{BB962C8B-B14F-4D97-AF65-F5344CB8AC3E}">
        <p14:creationId xmlns:p14="http://schemas.microsoft.com/office/powerpoint/2010/main" val="3859253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F80A980-3EC0-424E-B009-D354857C8850}"/>
              </a:ext>
            </a:extLst>
          </p:cNvPr>
          <p:cNvSpPr/>
          <p:nvPr/>
        </p:nvSpPr>
        <p:spPr>
          <a:xfrm>
            <a:off x="0" y="0"/>
            <a:ext cx="9144000" cy="51435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b="1" dirty="0"/>
              <a:t>public class </a:t>
            </a:r>
            <a:r>
              <a:rPr lang="en-US" b="1" dirty="0" err="1"/>
              <a:t>WarehouseImpl</a:t>
            </a:r>
            <a:r>
              <a:rPr lang="en-US" b="1" dirty="0"/>
              <a:t> implements Warehouse {</a:t>
            </a:r>
          </a:p>
          <a:p>
            <a:r>
              <a:rPr lang="en-US" b="1" dirty="0"/>
              <a:t>public int </a:t>
            </a:r>
            <a:r>
              <a:rPr lang="en-US" b="1" u="sng" dirty="0" err="1"/>
              <a:t>getInventory</a:t>
            </a:r>
            <a:r>
              <a:rPr lang="en-US" b="1" u="sng" dirty="0"/>
              <a:t>(String product) {</a:t>
            </a:r>
          </a:p>
          <a:p>
            <a:r>
              <a:rPr lang="en-US" dirty="0"/>
              <a:t>// </a:t>
            </a:r>
            <a:r>
              <a:rPr lang="en-US" dirty="0" err="1"/>
              <a:t>getInventory</a:t>
            </a:r>
            <a:r>
              <a:rPr lang="en-US" dirty="0"/>
              <a:t> implementation</a:t>
            </a:r>
          </a:p>
          <a:p>
            <a:r>
              <a:rPr lang="en-US" dirty="0"/>
              <a:t>}</a:t>
            </a:r>
          </a:p>
          <a:p>
            <a:r>
              <a:rPr lang="en-US" b="1" dirty="0"/>
              <a:t>public </a:t>
            </a:r>
            <a:r>
              <a:rPr lang="en-US" b="1" dirty="0" err="1"/>
              <a:t>boolean</a:t>
            </a:r>
            <a:r>
              <a:rPr lang="en-US" b="1" dirty="0"/>
              <a:t> </a:t>
            </a:r>
            <a:r>
              <a:rPr lang="en-US" b="1" u="sng" dirty="0" err="1"/>
              <a:t>hasInventory</a:t>
            </a:r>
            <a:r>
              <a:rPr lang="en-US" b="1" u="sng" dirty="0"/>
              <a:t>(String product, int count) {</a:t>
            </a:r>
          </a:p>
          <a:p>
            <a:r>
              <a:rPr lang="en-US" dirty="0"/>
              <a:t>// </a:t>
            </a:r>
            <a:r>
              <a:rPr lang="en-US" dirty="0" err="1"/>
              <a:t>hasInventory</a:t>
            </a:r>
            <a:r>
              <a:rPr lang="en-US" dirty="0"/>
              <a:t> implementation</a:t>
            </a:r>
          </a:p>
          <a:p>
            <a:r>
              <a:rPr lang="en-US" dirty="0"/>
              <a:t>}</a:t>
            </a:r>
          </a:p>
          <a:p>
            <a:r>
              <a:rPr lang="en-US" b="1" dirty="0"/>
              <a:t>public void remove(String product, int count) {</a:t>
            </a:r>
          </a:p>
          <a:p>
            <a:r>
              <a:rPr lang="en-US" dirty="0"/>
              <a:t>// remove implementation</a:t>
            </a:r>
          </a:p>
          <a:p>
            <a:r>
              <a:rPr lang="en-US" dirty="0"/>
              <a:t>}</a:t>
            </a:r>
          </a:p>
          <a:p>
            <a:r>
              <a:rPr lang="en-US" b="1" dirty="0"/>
              <a:t>public void add(String product, int count) {</a:t>
            </a:r>
          </a:p>
          <a:p>
            <a:r>
              <a:rPr lang="en-US" dirty="0"/>
              <a:t>// add implementation</a:t>
            </a:r>
          </a:p>
          <a:p>
            <a:r>
              <a:rPr lang="en-US" dirty="0"/>
              <a:t>}</a:t>
            </a:r>
          </a:p>
          <a:p>
            <a:r>
              <a:rPr lang="en-US" dirty="0"/>
              <a:t>}</a:t>
            </a:r>
          </a:p>
        </p:txBody>
      </p:sp>
      <p:sp>
        <p:nvSpPr>
          <p:cNvPr id="4" name="Rectangle 3">
            <a:extLst>
              <a:ext uri="{FF2B5EF4-FFF2-40B4-BE49-F238E27FC236}">
                <a16:creationId xmlns:a16="http://schemas.microsoft.com/office/drawing/2014/main" id="{5D354ACE-02DE-43BD-81E4-5274D179C8BD}"/>
              </a:ext>
            </a:extLst>
          </p:cNvPr>
          <p:cNvSpPr/>
          <p:nvPr/>
        </p:nvSpPr>
        <p:spPr>
          <a:xfrm>
            <a:off x="276892" y="771962"/>
            <a:ext cx="3888694" cy="4093428"/>
          </a:xfrm>
          <a:prstGeom prst="rect">
            <a:avLst/>
          </a:prstGeom>
        </p:spPr>
        <p:txBody>
          <a:bodyPr wrap="square">
            <a:spAutoFit/>
          </a:bodyPr>
          <a:lstStyle/>
          <a:p>
            <a:r>
              <a:rPr lang="en-US" sz="1000" dirty="0">
                <a:solidFill>
                  <a:srgbClr val="941EDF"/>
                </a:solidFill>
                <a:latin typeface="Consolas" panose="020B0609020204030204" pitchFamily="49" charset="0"/>
              </a:rPr>
              <a:t>public</a:t>
            </a: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class</a:t>
            </a:r>
            <a:r>
              <a:rPr lang="en-US" sz="1000" dirty="0">
                <a:solidFill>
                  <a:srgbClr val="000000"/>
                </a:solidFill>
                <a:latin typeface="Consolas" panose="020B0609020204030204" pitchFamily="49" charset="0"/>
              </a:rPr>
              <a:t> Order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String product;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int</a:t>
            </a:r>
            <a:r>
              <a:rPr lang="en-US" sz="1000" dirty="0">
                <a:solidFill>
                  <a:srgbClr val="000000"/>
                </a:solidFill>
                <a:latin typeface="Consolas" panose="020B0609020204030204" pitchFamily="49" charset="0"/>
              </a:rPr>
              <a:t> count;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err="1">
                <a:solidFill>
                  <a:srgbClr val="941EDF"/>
                </a:solidFill>
                <a:latin typeface="Consolas" panose="020B0609020204030204" pitchFamily="49" charset="0"/>
              </a:rPr>
              <a:t>boolean</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isFilled</a:t>
            </a:r>
            <a:r>
              <a:rPr lang="en-US" sz="1000" dirty="0">
                <a:solidFill>
                  <a:srgbClr val="000000"/>
                </a:solidFill>
                <a:latin typeface="Consolas" panose="020B0609020204030204" pitchFamily="49" charset="0"/>
              </a:rPr>
              <a:t>;</a:t>
            </a:r>
            <a:br>
              <a:rPr lang="en-US" sz="1000" dirty="0">
                <a:solidFill>
                  <a:srgbClr val="000000"/>
                </a:solidFill>
                <a:latin typeface="Consolas" panose="020B0609020204030204" pitchFamily="49" charset="0"/>
              </a:rPr>
            </a:b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public</a:t>
            </a:r>
            <a:r>
              <a:rPr lang="en-US" sz="1000" dirty="0">
                <a:solidFill>
                  <a:srgbClr val="000000"/>
                </a:solidFill>
                <a:latin typeface="Consolas" panose="020B0609020204030204" pitchFamily="49" charset="0"/>
              </a:rPr>
              <a:t> Order(String product, </a:t>
            </a:r>
            <a:r>
              <a:rPr lang="en-US" sz="1000" dirty="0">
                <a:solidFill>
                  <a:srgbClr val="941EDF"/>
                </a:solidFill>
                <a:latin typeface="Consolas" panose="020B0609020204030204" pitchFamily="49" charset="0"/>
              </a:rPr>
              <a:t>int</a:t>
            </a:r>
            <a:r>
              <a:rPr lang="en-US" sz="1000" dirty="0">
                <a:solidFill>
                  <a:srgbClr val="000000"/>
                </a:solidFill>
                <a:latin typeface="Consolas" panose="020B0609020204030204" pitchFamily="49" charset="0"/>
              </a:rPr>
              <a:t> count)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super</a:t>
            </a:r>
            <a:r>
              <a:rPr lang="en-US" sz="1000" dirty="0">
                <a:solidFill>
                  <a:srgbClr val="000000"/>
                </a:solidFill>
                <a:latin typeface="Consolas" panose="020B0609020204030204" pitchFamily="49" charset="0"/>
              </a:rPr>
              <a: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err="1">
                <a:solidFill>
                  <a:srgbClr val="941EDF"/>
                </a:solidFill>
                <a:latin typeface="Consolas" panose="020B0609020204030204" pitchFamily="49" charset="0"/>
              </a:rPr>
              <a:t>this</a:t>
            </a:r>
            <a:r>
              <a:rPr lang="en-US" sz="1000" dirty="0" err="1">
                <a:solidFill>
                  <a:srgbClr val="000000"/>
                </a:solidFill>
                <a:latin typeface="Consolas" panose="020B0609020204030204" pitchFamily="49" charset="0"/>
              </a:rPr>
              <a:t>.product</a:t>
            </a:r>
            <a:r>
              <a:rPr lang="en-US" sz="1000" dirty="0">
                <a:solidFill>
                  <a:srgbClr val="000000"/>
                </a:solidFill>
                <a:latin typeface="Consolas" panose="020B0609020204030204" pitchFamily="49" charset="0"/>
              </a:rPr>
              <a:t> = product;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err="1">
                <a:solidFill>
                  <a:srgbClr val="941EDF"/>
                </a:solidFill>
                <a:latin typeface="Consolas" panose="020B0609020204030204" pitchFamily="49" charset="0"/>
              </a:rPr>
              <a:t>this</a:t>
            </a:r>
            <a:r>
              <a:rPr lang="en-US" sz="1000" dirty="0" err="1">
                <a:solidFill>
                  <a:srgbClr val="000000"/>
                </a:solidFill>
                <a:latin typeface="Consolas" panose="020B0609020204030204" pitchFamily="49" charset="0"/>
              </a:rPr>
              <a:t>.count</a:t>
            </a:r>
            <a:r>
              <a:rPr lang="en-US" sz="1000" dirty="0">
                <a:solidFill>
                  <a:srgbClr val="000000"/>
                </a:solidFill>
                <a:latin typeface="Consolas" panose="020B0609020204030204" pitchFamily="49" charset="0"/>
              </a:rPr>
              <a:t> = count;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isFilled</a:t>
            </a:r>
            <a:r>
              <a:rPr lang="en-US" sz="1000" dirty="0">
                <a:solidFill>
                  <a:srgbClr val="000000"/>
                </a:solidFill>
                <a:latin typeface="Consolas" panose="020B0609020204030204" pitchFamily="49" charset="0"/>
              </a:rPr>
              <a:t> = </a:t>
            </a:r>
            <a:r>
              <a:rPr lang="en-US" sz="1000" dirty="0">
                <a:solidFill>
                  <a:srgbClr val="941EDF"/>
                </a:solidFill>
                <a:latin typeface="Consolas" panose="020B0609020204030204" pitchFamily="49" charset="0"/>
              </a:rPr>
              <a:t>false</a:t>
            </a:r>
            <a:r>
              <a:rPr lang="en-US" sz="1000" dirty="0">
                <a:solidFill>
                  <a:srgbClr val="000000"/>
                </a:solidFill>
                <a:latin typeface="Consolas" panose="020B0609020204030204" pitchFamily="49" charset="0"/>
              </a:rPr>
              <a: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public</a:t>
            </a: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void</a:t>
            </a:r>
            <a:r>
              <a:rPr lang="en-US" sz="1000" dirty="0">
                <a:solidFill>
                  <a:srgbClr val="000000"/>
                </a:solidFill>
                <a:latin typeface="Consolas" panose="020B0609020204030204" pitchFamily="49" charset="0"/>
              </a:rPr>
              <a:t> fill(Warehouse </a:t>
            </a:r>
            <a:r>
              <a:rPr lang="en-US" sz="1000" dirty="0" err="1">
                <a:solidFill>
                  <a:srgbClr val="000000"/>
                </a:solidFill>
                <a:latin typeface="Consolas" panose="020B0609020204030204" pitchFamily="49" charset="0"/>
              </a:rPr>
              <a:t>wh</a:t>
            </a:r>
            <a:r>
              <a:rPr lang="en-US" sz="1000" dirty="0">
                <a:solidFill>
                  <a:srgbClr val="000000"/>
                </a:solidFill>
                <a:latin typeface="Consolas" panose="020B0609020204030204" pitchFamily="49" charset="0"/>
              </a:rPr>
              <a:t>)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E65D00"/>
                </a:solidFill>
                <a:latin typeface="Consolas" panose="020B0609020204030204" pitchFamily="49" charset="0"/>
              </a:rPr>
              <a:t>// implementation of fill</a:t>
            </a:r>
            <a:br>
              <a:rPr lang="en-US" sz="1000" dirty="0">
                <a:solidFill>
                  <a:srgbClr val="E65D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E65D00"/>
                </a:solidFill>
                <a:latin typeface="Consolas" panose="020B0609020204030204" pitchFamily="49" charset="0"/>
              </a:rPr>
              <a:t>// set </a:t>
            </a:r>
            <a:r>
              <a:rPr lang="en-US" sz="1000" dirty="0" err="1">
                <a:solidFill>
                  <a:srgbClr val="E65D00"/>
                </a:solidFill>
                <a:latin typeface="Consolas" panose="020B0609020204030204" pitchFamily="49" charset="0"/>
              </a:rPr>
              <a:t>isFilled</a:t>
            </a:r>
            <a:r>
              <a:rPr lang="en-US" sz="1000" dirty="0">
                <a:solidFill>
                  <a:srgbClr val="E65D00"/>
                </a:solidFill>
                <a:latin typeface="Consolas" panose="020B0609020204030204" pitchFamily="49" charset="0"/>
              </a:rPr>
              <a:t> on success</a:t>
            </a:r>
            <a:br>
              <a:rPr lang="en-US" sz="1000" dirty="0">
                <a:solidFill>
                  <a:srgbClr val="E65D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if</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wh.hasInventory</a:t>
            </a:r>
            <a:r>
              <a:rPr lang="en-US" sz="1000" dirty="0">
                <a:solidFill>
                  <a:srgbClr val="000000"/>
                </a:solidFill>
                <a:latin typeface="Consolas" panose="020B0609020204030204" pitchFamily="49" charset="0"/>
              </a:rPr>
              <a:t>(product, count))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wh.remove</a:t>
            </a:r>
            <a:r>
              <a:rPr lang="en-US" sz="1000" dirty="0">
                <a:solidFill>
                  <a:srgbClr val="000000"/>
                </a:solidFill>
                <a:latin typeface="Consolas" panose="020B0609020204030204" pitchFamily="49" charset="0"/>
              </a:rPr>
              <a:t>(product, count);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isFilled</a:t>
            </a:r>
            <a:r>
              <a:rPr lang="en-US" sz="1000" dirty="0">
                <a:solidFill>
                  <a:srgbClr val="000000"/>
                </a:solidFill>
                <a:latin typeface="Consolas" panose="020B0609020204030204" pitchFamily="49" charset="0"/>
              </a:rPr>
              <a:t> = </a:t>
            </a:r>
            <a:r>
              <a:rPr lang="en-US" sz="1000" dirty="0">
                <a:solidFill>
                  <a:srgbClr val="941EDF"/>
                </a:solidFill>
                <a:latin typeface="Consolas" panose="020B0609020204030204" pitchFamily="49" charset="0"/>
              </a:rPr>
              <a:t>true</a:t>
            </a:r>
            <a:r>
              <a:rPr lang="en-US" sz="1000" dirty="0">
                <a:solidFill>
                  <a:srgbClr val="000000"/>
                </a:solidFill>
                <a:latin typeface="Consolas" panose="020B0609020204030204" pitchFamily="49" charset="0"/>
              </a:rPr>
              <a: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 </a:t>
            </a:r>
            <a:r>
              <a:rPr lang="en-US" sz="1000" dirty="0">
                <a:solidFill>
                  <a:srgbClr val="941EDF"/>
                </a:solidFill>
                <a:latin typeface="Consolas" panose="020B0609020204030204" pitchFamily="49" charset="0"/>
              </a:rPr>
              <a:t>else</a:t>
            </a:r>
            <a:r>
              <a:rPr lang="en-US" sz="1000" dirty="0">
                <a:solidFill>
                  <a:srgbClr val="000000"/>
                </a:solidFill>
                <a:latin typeface="Consolas" panose="020B0609020204030204" pitchFamily="49" charset="0"/>
              </a:rPr>
              <a:t>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isFilled</a:t>
            </a:r>
            <a:r>
              <a:rPr lang="en-US" sz="1000" dirty="0">
                <a:solidFill>
                  <a:srgbClr val="000000"/>
                </a:solidFill>
                <a:latin typeface="Consolas" panose="020B0609020204030204" pitchFamily="49" charset="0"/>
              </a:rPr>
              <a:t> = </a:t>
            </a:r>
            <a:r>
              <a:rPr lang="en-US" sz="1000" dirty="0">
                <a:solidFill>
                  <a:srgbClr val="941EDF"/>
                </a:solidFill>
                <a:latin typeface="Consolas" panose="020B0609020204030204" pitchFamily="49" charset="0"/>
              </a:rPr>
              <a:t>false</a:t>
            </a:r>
            <a:r>
              <a:rPr lang="en-US" sz="1000" dirty="0">
                <a:solidFill>
                  <a:srgbClr val="000000"/>
                </a:solidFill>
                <a:latin typeface="Consolas" panose="020B0609020204030204" pitchFamily="49" charset="0"/>
              </a:rPr>
              <a: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public</a:t>
            </a:r>
            <a:r>
              <a:rPr lang="en-US" sz="1000" dirty="0">
                <a:solidFill>
                  <a:srgbClr val="000000"/>
                </a:solidFill>
                <a:latin typeface="Consolas" panose="020B0609020204030204" pitchFamily="49" charset="0"/>
              </a:rPr>
              <a:t> </a:t>
            </a:r>
            <a:r>
              <a:rPr lang="en-US" sz="1000" dirty="0" err="1">
                <a:solidFill>
                  <a:srgbClr val="941EDF"/>
                </a:solidFill>
                <a:latin typeface="Consolas" panose="020B0609020204030204" pitchFamily="49" charset="0"/>
              </a:rPr>
              <a:t>boolean</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isFilled</a:t>
            </a:r>
            <a:r>
              <a:rPr lang="en-US" sz="1000" dirty="0">
                <a:solidFill>
                  <a:srgbClr val="000000"/>
                </a:solidFill>
                <a:latin typeface="Consolas" panose="020B0609020204030204" pitchFamily="49" charset="0"/>
              </a:rPr>
              <a:t>()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return</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isFilled</a:t>
            </a:r>
            <a:r>
              <a:rPr lang="en-US" sz="1000" dirty="0">
                <a:solidFill>
                  <a:srgbClr val="000000"/>
                </a:solidFill>
                <a:latin typeface="Consolas" panose="020B0609020204030204" pitchFamily="49" charset="0"/>
              </a:rPr>
              <a: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a:t>
            </a:r>
          </a:p>
        </p:txBody>
      </p:sp>
      <p:sp>
        <p:nvSpPr>
          <p:cNvPr id="2" name="Rectangle 1">
            <a:extLst>
              <a:ext uri="{FF2B5EF4-FFF2-40B4-BE49-F238E27FC236}">
                <a16:creationId xmlns:a16="http://schemas.microsoft.com/office/drawing/2014/main" id="{6FCE41FF-DD00-43B6-A55E-FB6BE9C07C32}"/>
              </a:ext>
            </a:extLst>
          </p:cNvPr>
          <p:cNvSpPr/>
          <p:nvPr/>
        </p:nvSpPr>
        <p:spPr>
          <a:xfrm>
            <a:off x="4767429" y="549232"/>
            <a:ext cx="5002599" cy="1169551"/>
          </a:xfrm>
          <a:prstGeom prst="rect">
            <a:avLst/>
          </a:prstGeom>
        </p:spPr>
        <p:txBody>
          <a:bodyPr wrap="square">
            <a:spAutoFit/>
          </a:bodyPr>
          <a:lstStyle/>
          <a:p>
            <a:r>
              <a:rPr lang="en-US" sz="1000" dirty="0">
                <a:solidFill>
                  <a:srgbClr val="941EDF"/>
                </a:solidFill>
                <a:latin typeface="Consolas" panose="020B0609020204030204" pitchFamily="49" charset="0"/>
              </a:rPr>
              <a:t>public</a:t>
            </a: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interface</a:t>
            </a:r>
            <a:r>
              <a:rPr lang="en-US" sz="1000" dirty="0">
                <a:solidFill>
                  <a:srgbClr val="000000"/>
                </a:solidFill>
                <a:latin typeface="Consolas" panose="020B0609020204030204" pitchFamily="49" charset="0"/>
              </a:rPr>
              <a:t> Warehouse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E65D00"/>
                </a:solidFill>
                <a:latin typeface="Consolas" panose="020B0609020204030204" pitchFamily="49" charset="0"/>
              </a:rPr>
              <a:t>// Warehouse interface</a:t>
            </a:r>
            <a:br>
              <a:rPr lang="en-US" sz="1000" dirty="0">
                <a:solidFill>
                  <a:srgbClr val="E65D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int</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getInventory</a:t>
            </a:r>
            <a:r>
              <a:rPr lang="en-US" sz="1000" dirty="0">
                <a:solidFill>
                  <a:srgbClr val="000000"/>
                </a:solidFill>
                <a:latin typeface="Consolas" panose="020B0609020204030204" pitchFamily="49" charset="0"/>
              </a:rPr>
              <a:t>(String product);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err="1">
                <a:solidFill>
                  <a:srgbClr val="941EDF"/>
                </a:solidFill>
                <a:latin typeface="Consolas" panose="020B0609020204030204" pitchFamily="49" charset="0"/>
              </a:rPr>
              <a:t>boolean</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hasInventory</a:t>
            </a:r>
            <a:r>
              <a:rPr lang="en-US" sz="1000" dirty="0">
                <a:solidFill>
                  <a:srgbClr val="000000"/>
                </a:solidFill>
                <a:latin typeface="Consolas" panose="020B0609020204030204" pitchFamily="49" charset="0"/>
              </a:rPr>
              <a:t>(String product, </a:t>
            </a:r>
            <a:r>
              <a:rPr lang="en-US" sz="1000" dirty="0">
                <a:solidFill>
                  <a:srgbClr val="941EDF"/>
                </a:solidFill>
                <a:latin typeface="Consolas" panose="020B0609020204030204" pitchFamily="49" charset="0"/>
              </a:rPr>
              <a:t>int</a:t>
            </a:r>
            <a:r>
              <a:rPr lang="en-US" sz="1000" dirty="0">
                <a:solidFill>
                  <a:srgbClr val="000000"/>
                </a:solidFill>
                <a:latin typeface="Consolas" panose="020B0609020204030204" pitchFamily="49" charset="0"/>
              </a:rPr>
              <a:t> count);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void</a:t>
            </a:r>
            <a:r>
              <a:rPr lang="en-US" sz="1000" dirty="0">
                <a:solidFill>
                  <a:srgbClr val="000000"/>
                </a:solidFill>
                <a:latin typeface="Consolas" panose="020B0609020204030204" pitchFamily="49" charset="0"/>
              </a:rPr>
              <a:t> add(String product, </a:t>
            </a:r>
            <a:r>
              <a:rPr lang="en-US" sz="1000" dirty="0">
                <a:solidFill>
                  <a:srgbClr val="941EDF"/>
                </a:solidFill>
                <a:latin typeface="Consolas" panose="020B0609020204030204" pitchFamily="49" charset="0"/>
              </a:rPr>
              <a:t>int</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i</a:t>
            </a:r>
            <a:r>
              <a:rPr lang="en-US" sz="1000" dirty="0">
                <a:solidFill>
                  <a:srgbClr val="000000"/>
                </a:solidFill>
                <a:latin typeface="Consolas" panose="020B0609020204030204" pitchFamily="49" charset="0"/>
              </a:rPr>
              <a: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void</a:t>
            </a:r>
            <a:r>
              <a:rPr lang="en-US" sz="1000" dirty="0">
                <a:solidFill>
                  <a:srgbClr val="000000"/>
                </a:solidFill>
                <a:latin typeface="Consolas" panose="020B0609020204030204" pitchFamily="49" charset="0"/>
              </a:rPr>
              <a:t> remove(String product, </a:t>
            </a:r>
            <a:r>
              <a:rPr lang="en-US" sz="1000" dirty="0">
                <a:solidFill>
                  <a:srgbClr val="941EDF"/>
                </a:solidFill>
                <a:latin typeface="Consolas" panose="020B0609020204030204" pitchFamily="49" charset="0"/>
              </a:rPr>
              <a:t>int</a:t>
            </a:r>
            <a:r>
              <a:rPr lang="en-US" sz="1000" dirty="0">
                <a:solidFill>
                  <a:srgbClr val="000000"/>
                </a:solidFill>
                <a:latin typeface="Consolas" panose="020B0609020204030204" pitchFamily="49" charset="0"/>
              </a:rPr>
              <a:t> count);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a:t>
            </a:r>
            <a:endParaRPr lang="en-US" sz="1000" dirty="0">
              <a:latin typeface="Consolas" panose="020B0609020204030204" pitchFamily="49" charset="0"/>
            </a:endParaRPr>
          </a:p>
        </p:txBody>
      </p:sp>
      <p:sp>
        <p:nvSpPr>
          <p:cNvPr id="3" name="Rectangle 2">
            <a:extLst>
              <a:ext uri="{FF2B5EF4-FFF2-40B4-BE49-F238E27FC236}">
                <a16:creationId xmlns:a16="http://schemas.microsoft.com/office/drawing/2014/main" id="{414E0686-3F11-4113-A07C-9C2B949B7239}"/>
              </a:ext>
            </a:extLst>
          </p:cNvPr>
          <p:cNvSpPr/>
          <p:nvPr/>
        </p:nvSpPr>
        <p:spPr>
          <a:xfrm>
            <a:off x="4572000" y="2394451"/>
            <a:ext cx="6329311" cy="2400657"/>
          </a:xfrm>
          <a:prstGeom prst="rect">
            <a:avLst/>
          </a:prstGeom>
        </p:spPr>
        <p:txBody>
          <a:bodyPr wrap="square">
            <a:spAutoFit/>
          </a:bodyPr>
          <a:lstStyle/>
          <a:p>
            <a:r>
              <a:rPr lang="en-US" sz="1000" dirty="0">
                <a:solidFill>
                  <a:srgbClr val="941EDF"/>
                </a:solidFill>
                <a:latin typeface="Consolas" panose="020B0609020204030204" pitchFamily="49" charset="0"/>
              </a:rPr>
              <a:t>public</a:t>
            </a: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class</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WarehouseImpl</a:t>
            </a: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implements</a:t>
            </a:r>
            <a:r>
              <a:rPr lang="en-US" sz="1000" dirty="0">
                <a:solidFill>
                  <a:srgbClr val="000000"/>
                </a:solidFill>
                <a:latin typeface="Consolas" panose="020B0609020204030204" pitchFamily="49" charset="0"/>
              </a:rPr>
              <a:t> Warehouse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public</a:t>
            </a: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int</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getInventory</a:t>
            </a:r>
            <a:r>
              <a:rPr lang="en-US" sz="1000" dirty="0">
                <a:solidFill>
                  <a:srgbClr val="000000"/>
                </a:solidFill>
                <a:latin typeface="Consolas" panose="020B0609020204030204" pitchFamily="49" charset="0"/>
              </a:rPr>
              <a:t>(String product)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00B050"/>
                </a:solidFill>
                <a:latin typeface="Consolas" panose="020B0609020204030204" pitchFamily="49" charset="0"/>
              </a:rPr>
              <a:t>    // </a:t>
            </a:r>
            <a:r>
              <a:rPr lang="en-US" sz="1000" dirty="0" err="1">
                <a:solidFill>
                  <a:srgbClr val="00B050"/>
                </a:solidFill>
                <a:latin typeface="Consolas" panose="020B0609020204030204" pitchFamily="49" charset="0"/>
              </a:rPr>
              <a:t>getInventory</a:t>
            </a:r>
            <a:r>
              <a:rPr lang="en-US" sz="1000" dirty="0">
                <a:solidFill>
                  <a:srgbClr val="00B050"/>
                </a:solidFill>
                <a:latin typeface="Consolas" panose="020B0609020204030204" pitchFamily="49" charset="0"/>
              </a:rPr>
              <a:t> implementation</a:t>
            </a:r>
            <a:br>
              <a:rPr lang="en-US" sz="1000" dirty="0">
                <a:solidFill>
                  <a:srgbClr val="00B050"/>
                </a:solidFill>
                <a:latin typeface="Consolas" panose="020B0609020204030204" pitchFamily="49" charset="0"/>
              </a:rPr>
            </a:br>
            <a:r>
              <a:rPr lang="en-US" sz="1000" dirty="0">
                <a:solidFill>
                  <a:srgbClr val="E65D00"/>
                </a:solidFill>
                <a:latin typeface="Consolas" panose="020B0609020204030204" pitchFamily="49" charset="0"/>
              </a:rPr>
              <a:t>    </a:t>
            </a:r>
            <a:r>
              <a:rPr lang="en-US" sz="1000" dirty="0">
                <a:solidFill>
                  <a:srgbClr val="000000"/>
                </a:solidFill>
                <a:latin typeface="Consolas" panose="020B0609020204030204" pitchFamily="49" charset="0"/>
              </a:rPr>
              <a: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public</a:t>
            </a:r>
            <a:r>
              <a:rPr lang="en-US" sz="1000" dirty="0">
                <a:solidFill>
                  <a:srgbClr val="000000"/>
                </a:solidFill>
                <a:latin typeface="Consolas" panose="020B0609020204030204" pitchFamily="49" charset="0"/>
              </a:rPr>
              <a:t> </a:t>
            </a:r>
            <a:r>
              <a:rPr lang="en-US" sz="1000" dirty="0" err="1">
                <a:solidFill>
                  <a:srgbClr val="941EDF"/>
                </a:solidFill>
                <a:latin typeface="Consolas" panose="020B0609020204030204" pitchFamily="49" charset="0"/>
              </a:rPr>
              <a:t>boolean</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hasInventory</a:t>
            </a:r>
            <a:r>
              <a:rPr lang="en-US" sz="1000" dirty="0">
                <a:solidFill>
                  <a:srgbClr val="000000"/>
                </a:solidFill>
                <a:latin typeface="Consolas" panose="020B0609020204030204" pitchFamily="49" charset="0"/>
              </a:rPr>
              <a:t>(String product, </a:t>
            </a:r>
            <a:r>
              <a:rPr lang="en-US" sz="1000" dirty="0">
                <a:solidFill>
                  <a:srgbClr val="941EDF"/>
                </a:solidFill>
                <a:latin typeface="Consolas" panose="020B0609020204030204" pitchFamily="49" charset="0"/>
              </a:rPr>
              <a:t>int</a:t>
            </a:r>
            <a:r>
              <a:rPr lang="en-US" sz="1000" dirty="0">
                <a:solidFill>
                  <a:srgbClr val="000000"/>
                </a:solidFill>
                <a:latin typeface="Consolas" panose="020B0609020204030204" pitchFamily="49" charset="0"/>
              </a:rPr>
              <a:t> count)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00B050"/>
                </a:solidFill>
                <a:latin typeface="Consolas" panose="020B0609020204030204" pitchFamily="49" charset="0"/>
              </a:rPr>
              <a:t>// </a:t>
            </a:r>
            <a:r>
              <a:rPr lang="en-US" sz="1000" dirty="0" err="1">
                <a:solidFill>
                  <a:srgbClr val="00B050"/>
                </a:solidFill>
                <a:latin typeface="Consolas" panose="020B0609020204030204" pitchFamily="49" charset="0"/>
              </a:rPr>
              <a:t>hasInventory</a:t>
            </a:r>
            <a:r>
              <a:rPr lang="en-US" sz="1000" dirty="0">
                <a:solidFill>
                  <a:srgbClr val="00B050"/>
                </a:solidFill>
                <a:latin typeface="Consolas" panose="020B0609020204030204" pitchFamily="49" charset="0"/>
              </a:rPr>
              <a:t> implementation</a:t>
            </a:r>
            <a:br>
              <a:rPr lang="en-US" sz="1000" dirty="0">
                <a:solidFill>
                  <a:srgbClr val="00B050"/>
                </a:solidFill>
                <a:latin typeface="Consolas" panose="020B0609020204030204" pitchFamily="49" charset="0"/>
              </a:rPr>
            </a:br>
            <a:r>
              <a:rPr lang="en-US" sz="1000" dirty="0">
                <a:solidFill>
                  <a:srgbClr val="E65D00"/>
                </a:solidFill>
                <a:latin typeface="Consolas" panose="020B0609020204030204" pitchFamily="49" charset="0"/>
              </a:rPr>
              <a:t>    </a:t>
            </a:r>
            <a:r>
              <a:rPr lang="en-US" sz="1000" dirty="0">
                <a:solidFill>
                  <a:srgbClr val="000000"/>
                </a:solidFill>
                <a:latin typeface="Consolas" panose="020B0609020204030204" pitchFamily="49" charset="0"/>
              </a:rPr>
              <a: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public</a:t>
            </a: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void</a:t>
            </a:r>
            <a:r>
              <a:rPr lang="en-US" sz="1000" dirty="0">
                <a:solidFill>
                  <a:srgbClr val="000000"/>
                </a:solidFill>
                <a:latin typeface="Consolas" panose="020B0609020204030204" pitchFamily="49" charset="0"/>
              </a:rPr>
              <a:t> remove(String product, </a:t>
            </a:r>
            <a:r>
              <a:rPr lang="en-US" sz="1000" dirty="0">
                <a:solidFill>
                  <a:srgbClr val="941EDF"/>
                </a:solidFill>
                <a:latin typeface="Consolas" panose="020B0609020204030204" pitchFamily="49" charset="0"/>
              </a:rPr>
              <a:t>int</a:t>
            </a:r>
            <a:r>
              <a:rPr lang="en-US" sz="1000" dirty="0">
                <a:solidFill>
                  <a:srgbClr val="000000"/>
                </a:solidFill>
                <a:latin typeface="Consolas" panose="020B0609020204030204" pitchFamily="49" charset="0"/>
              </a:rPr>
              <a:t> count)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00B050"/>
                </a:solidFill>
                <a:latin typeface="Consolas" panose="020B0609020204030204" pitchFamily="49" charset="0"/>
              </a:rPr>
              <a:t>// remove implementation</a:t>
            </a:r>
            <a:br>
              <a:rPr lang="en-US" sz="1000" dirty="0">
                <a:solidFill>
                  <a:srgbClr val="00B050"/>
                </a:solidFill>
                <a:latin typeface="Consolas" panose="020B0609020204030204" pitchFamily="49" charset="0"/>
              </a:rPr>
            </a:br>
            <a:r>
              <a:rPr lang="en-US" sz="1000" dirty="0">
                <a:solidFill>
                  <a:srgbClr val="000000"/>
                </a:solidFill>
                <a:latin typeface="Consolas" panose="020B0609020204030204" pitchFamily="49" charset="0"/>
              </a:rPr>
              <a:t>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public</a:t>
            </a: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void</a:t>
            </a:r>
            <a:r>
              <a:rPr lang="en-US" sz="1000" dirty="0">
                <a:solidFill>
                  <a:srgbClr val="000000"/>
                </a:solidFill>
                <a:latin typeface="Consolas" panose="020B0609020204030204" pitchFamily="49" charset="0"/>
              </a:rPr>
              <a:t> add(String product, </a:t>
            </a:r>
            <a:r>
              <a:rPr lang="en-US" sz="1000" dirty="0">
                <a:solidFill>
                  <a:srgbClr val="941EDF"/>
                </a:solidFill>
                <a:latin typeface="Consolas" panose="020B0609020204030204" pitchFamily="49" charset="0"/>
              </a:rPr>
              <a:t>int</a:t>
            </a:r>
            <a:r>
              <a:rPr lang="en-US" sz="1000" dirty="0">
                <a:solidFill>
                  <a:srgbClr val="000000"/>
                </a:solidFill>
                <a:latin typeface="Consolas" panose="020B0609020204030204" pitchFamily="49" charset="0"/>
              </a:rPr>
              <a:t> count)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00B050"/>
                </a:solidFill>
                <a:latin typeface="Consolas" panose="020B0609020204030204" pitchFamily="49" charset="0"/>
              </a:rPr>
              <a:t>// add implementation</a:t>
            </a:r>
            <a:br>
              <a:rPr lang="en-US" sz="1000" dirty="0">
                <a:solidFill>
                  <a:srgbClr val="00B050"/>
                </a:solidFill>
                <a:latin typeface="Consolas" panose="020B0609020204030204" pitchFamily="49" charset="0"/>
              </a:rPr>
            </a:br>
            <a:r>
              <a:rPr lang="en-US" sz="1000" dirty="0">
                <a:solidFill>
                  <a:srgbClr val="000000"/>
                </a:solidFill>
                <a:latin typeface="Consolas" panose="020B0609020204030204" pitchFamily="49" charset="0"/>
              </a:rPr>
              <a:t>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a:t>
            </a:r>
            <a:br>
              <a:rPr lang="en-US" sz="1000" dirty="0">
                <a:solidFill>
                  <a:srgbClr val="000000"/>
                </a:solidFill>
                <a:latin typeface="Consolas" panose="020B0609020204030204" pitchFamily="49" charset="0"/>
              </a:rPr>
            </a:br>
            <a:endParaRPr lang="en-US" sz="1000" dirty="0">
              <a:solidFill>
                <a:srgbClr val="000000"/>
              </a:solidFill>
              <a:latin typeface="Consolas" panose="020B0609020204030204" pitchFamily="49" charset="0"/>
            </a:endParaRPr>
          </a:p>
        </p:txBody>
      </p:sp>
      <p:sp>
        <p:nvSpPr>
          <p:cNvPr id="8" name="Rectangle: Rounded Corners 7">
            <a:extLst>
              <a:ext uri="{FF2B5EF4-FFF2-40B4-BE49-F238E27FC236}">
                <a16:creationId xmlns:a16="http://schemas.microsoft.com/office/drawing/2014/main" id="{ADE9D659-3F91-4CDC-8A12-C9C097EEBE7D}"/>
              </a:ext>
            </a:extLst>
          </p:cNvPr>
          <p:cNvSpPr/>
          <p:nvPr/>
        </p:nvSpPr>
        <p:spPr>
          <a:xfrm>
            <a:off x="203657" y="97155"/>
            <a:ext cx="3896176" cy="4856171"/>
          </a:xfrm>
          <a:prstGeom prst="roundRect">
            <a:avLst/>
          </a:prstGeom>
          <a:noFill/>
          <a:ln w="254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F1E6C19-4AF3-4044-B05B-EFBB92112310}"/>
              </a:ext>
            </a:extLst>
          </p:cNvPr>
          <p:cNvSpPr/>
          <p:nvPr/>
        </p:nvSpPr>
        <p:spPr>
          <a:xfrm>
            <a:off x="4404494" y="1932210"/>
            <a:ext cx="4576575" cy="3105303"/>
          </a:xfrm>
          <a:prstGeom prst="roundRect">
            <a:avLst/>
          </a:prstGeom>
          <a:noFill/>
          <a:ln w="254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A34AE34A-DE3B-4B00-AD7C-5C379B2A37EE}"/>
              </a:ext>
            </a:extLst>
          </p:cNvPr>
          <p:cNvSpPr/>
          <p:nvPr/>
        </p:nvSpPr>
        <p:spPr>
          <a:xfrm>
            <a:off x="4701676" y="156740"/>
            <a:ext cx="4132258" cy="1618730"/>
          </a:xfrm>
          <a:prstGeom prst="roundRect">
            <a:avLst/>
          </a:prstGeom>
          <a:noFill/>
          <a:ln w="254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69059F1-E0C9-4B8D-BCC9-41933F64D85D}"/>
              </a:ext>
            </a:extLst>
          </p:cNvPr>
          <p:cNvSpPr txBox="1"/>
          <p:nvPr/>
        </p:nvSpPr>
        <p:spPr>
          <a:xfrm>
            <a:off x="1449211" y="254205"/>
            <a:ext cx="1267078" cy="369332"/>
          </a:xfrm>
          <a:prstGeom prst="rect">
            <a:avLst/>
          </a:prstGeom>
          <a:noFill/>
        </p:spPr>
        <p:txBody>
          <a:bodyPr wrap="none" rtlCol="0">
            <a:spAutoFit/>
          </a:bodyPr>
          <a:lstStyle/>
          <a:p>
            <a:r>
              <a:rPr lang="en-US" b="1" dirty="0"/>
              <a:t>Class Order</a:t>
            </a:r>
          </a:p>
        </p:txBody>
      </p:sp>
      <p:cxnSp>
        <p:nvCxnSpPr>
          <p:cNvPr id="13" name="Straight Connector 12">
            <a:extLst>
              <a:ext uri="{FF2B5EF4-FFF2-40B4-BE49-F238E27FC236}">
                <a16:creationId xmlns:a16="http://schemas.microsoft.com/office/drawing/2014/main" id="{48438B97-AE14-4C13-AE6B-FBBCBBE4AD01}"/>
              </a:ext>
            </a:extLst>
          </p:cNvPr>
          <p:cNvCxnSpPr>
            <a:cxnSpLocks/>
          </p:cNvCxnSpPr>
          <p:nvPr/>
        </p:nvCxnSpPr>
        <p:spPr>
          <a:xfrm>
            <a:off x="267348" y="673460"/>
            <a:ext cx="3843806" cy="10566"/>
          </a:xfrm>
          <a:prstGeom prst="line">
            <a:avLst/>
          </a:prstGeom>
        </p:spPr>
        <p:style>
          <a:lnRef idx="2">
            <a:schemeClr val="dk1"/>
          </a:lnRef>
          <a:fillRef idx="0">
            <a:schemeClr val="dk1"/>
          </a:fillRef>
          <a:effectRef idx="1">
            <a:schemeClr val="dk1"/>
          </a:effectRef>
          <a:fontRef idx="minor">
            <a:schemeClr val="tx1"/>
          </a:fontRef>
        </p:style>
      </p:cxnSp>
      <p:cxnSp>
        <p:nvCxnSpPr>
          <p:cNvPr id="16" name="Straight Connector 15">
            <a:extLst>
              <a:ext uri="{FF2B5EF4-FFF2-40B4-BE49-F238E27FC236}">
                <a16:creationId xmlns:a16="http://schemas.microsoft.com/office/drawing/2014/main" id="{86101A99-FBE2-41AA-83B9-1679074FF13D}"/>
              </a:ext>
            </a:extLst>
          </p:cNvPr>
          <p:cNvCxnSpPr>
            <a:cxnSpLocks/>
          </p:cNvCxnSpPr>
          <p:nvPr/>
        </p:nvCxnSpPr>
        <p:spPr>
          <a:xfrm>
            <a:off x="4701676" y="533976"/>
            <a:ext cx="4132258" cy="0"/>
          </a:xfrm>
          <a:prstGeom prst="line">
            <a:avLst/>
          </a:prstGeom>
        </p:spPr>
        <p:style>
          <a:lnRef idx="2">
            <a:schemeClr val="dk1"/>
          </a:lnRef>
          <a:fillRef idx="0">
            <a:schemeClr val="dk1"/>
          </a:fillRef>
          <a:effectRef idx="1">
            <a:schemeClr val="dk1"/>
          </a:effectRef>
          <a:fontRef idx="minor">
            <a:schemeClr val="tx1"/>
          </a:fontRef>
        </p:style>
      </p:cxnSp>
      <p:sp>
        <p:nvSpPr>
          <p:cNvPr id="18" name="TextBox 17">
            <a:extLst>
              <a:ext uri="{FF2B5EF4-FFF2-40B4-BE49-F238E27FC236}">
                <a16:creationId xmlns:a16="http://schemas.microsoft.com/office/drawing/2014/main" id="{3CB1CB79-0FBD-4D5F-A2C0-EA51DB00A0BE}"/>
              </a:ext>
            </a:extLst>
          </p:cNvPr>
          <p:cNvSpPr txBox="1"/>
          <p:nvPr/>
        </p:nvSpPr>
        <p:spPr>
          <a:xfrm>
            <a:off x="5604342" y="179298"/>
            <a:ext cx="2176878" cy="369332"/>
          </a:xfrm>
          <a:prstGeom prst="rect">
            <a:avLst/>
          </a:prstGeom>
          <a:noFill/>
        </p:spPr>
        <p:txBody>
          <a:bodyPr wrap="none" rtlCol="0">
            <a:spAutoFit/>
          </a:bodyPr>
          <a:lstStyle/>
          <a:p>
            <a:r>
              <a:rPr lang="en-US" b="1" dirty="0"/>
              <a:t>Interface Warehouse</a:t>
            </a:r>
          </a:p>
        </p:txBody>
      </p:sp>
      <p:cxnSp>
        <p:nvCxnSpPr>
          <p:cNvPr id="19" name="Straight Connector 18">
            <a:extLst>
              <a:ext uri="{FF2B5EF4-FFF2-40B4-BE49-F238E27FC236}">
                <a16:creationId xmlns:a16="http://schemas.microsoft.com/office/drawing/2014/main" id="{1B3D4326-601D-4B33-B678-05304DA10BF3}"/>
              </a:ext>
            </a:extLst>
          </p:cNvPr>
          <p:cNvCxnSpPr>
            <a:cxnSpLocks/>
          </p:cNvCxnSpPr>
          <p:nvPr/>
        </p:nvCxnSpPr>
        <p:spPr>
          <a:xfrm>
            <a:off x="4404494" y="2350103"/>
            <a:ext cx="4569925" cy="10566"/>
          </a:xfrm>
          <a:prstGeom prst="line">
            <a:avLst/>
          </a:prstGeom>
        </p:spPr>
        <p:style>
          <a:lnRef idx="2">
            <a:schemeClr val="dk1"/>
          </a:lnRef>
          <a:fillRef idx="0">
            <a:schemeClr val="dk1"/>
          </a:fillRef>
          <a:effectRef idx="1">
            <a:schemeClr val="dk1"/>
          </a:effectRef>
          <a:fontRef idx="minor">
            <a:schemeClr val="tx1"/>
          </a:fontRef>
        </p:style>
      </p:cxnSp>
      <p:sp>
        <p:nvSpPr>
          <p:cNvPr id="21" name="TextBox 20">
            <a:extLst>
              <a:ext uri="{FF2B5EF4-FFF2-40B4-BE49-F238E27FC236}">
                <a16:creationId xmlns:a16="http://schemas.microsoft.com/office/drawing/2014/main" id="{A162209B-A37B-4952-A64A-DB4B1FBE6352}"/>
              </a:ext>
            </a:extLst>
          </p:cNvPr>
          <p:cNvSpPr txBox="1"/>
          <p:nvPr/>
        </p:nvSpPr>
        <p:spPr>
          <a:xfrm>
            <a:off x="5760341" y="1991337"/>
            <a:ext cx="1799210" cy="369332"/>
          </a:xfrm>
          <a:prstGeom prst="rect">
            <a:avLst/>
          </a:prstGeom>
          <a:noFill/>
        </p:spPr>
        <p:txBody>
          <a:bodyPr wrap="none" rtlCol="0">
            <a:spAutoFit/>
          </a:bodyPr>
          <a:lstStyle/>
          <a:p>
            <a:r>
              <a:rPr lang="en-US" b="1" dirty="0"/>
              <a:t>Class Warehouse</a:t>
            </a:r>
          </a:p>
        </p:txBody>
      </p:sp>
    </p:spTree>
    <p:extLst>
      <p:ext uri="{BB962C8B-B14F-4D97-AF65-F5344CB8AC3E}">
        <p14:creationId xmlns:p14="http://schemas.microsoft.com/office/powerpoint/2010/main" val="1370809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F18DF-E6AB-44E7-B70A-CDFF2104E8B0}"/>
              </a:ext>
            </a:extLst>
          </p:cNvPr>
          <p:cNvSpPr>
            <a:spLocks noGrp="1"/>
          </p:cNvSpPr>
          <p:nvPr>
            <p:ph type="title"/>
          </p:nvPr>
        </p:nvSpPr>
        <p:spPr/>
        <p:txBody>
          <a:bodyPr/>
          <a:lstStyle/>
          <a:p>
            <a:r>
              <a:rPr lang="en-US" dirty="0"/>
              <a:t>Example</a:t>
            </a:r>
          </a:p>
        </p:txBody>
      </p:sp>
      <p:sp>
        <p:nvSpPr>
          <p:cNvPr id="4" name="Content Placeholder 3">
            <a:extLst>
              <a:ext uri="{FF2B5EF4-FFF2-40B4-BE49-F238E27FC236}">
                <a16:creationId xmlns:a16="http://schemas.microsoft.com/office/drawing/2014/main" id="{16E2C4C2-1C4B-4CF4-A0DF-D2E9315E212A}"/>
              </a:ext>
            </a:extLst>
          </p:cNvPr>
          <p:cNvSpPr>
            <a:spLocks noGrp="1"/>
          </p:cNvSpPr>
          <p:nvPr>
            <p:ph idx="11"/>
          </p:nvPr>
        </p:nvSpPr>
        <p:spPr/>
        <p:txBody>
          <a:bodyPr/>
          <a:lstStyle/>
          <a:p>
            <a:endParaRPr lang="en-US"/>
          </a:p>
        </p:txBody>
      </p:sp>
      <p:sp>
        <p:nvSpPr>
          <p:cNvPr id="5" name="Rectangle: Rounded Corners 4">
            <a:extLst>
              <a:ext uri="{FF2B5EF4-FFF2-40B4-BE49-F238E27FC236}">
                <a16:creationId xmlns:a16="http://schemas.microsoft.com/office/drawing/2014/main" id="{531B1AE0-9EF9-4F26-B868-50C52289B213}"/>
              </a:ext>
            </a:extLst>
          </p:cNvPr>
          <p:cNvSpPr/>
          <p:nvPr/>
        </p:nvSpPr>
        <p:spPr>
          <a:xfrm>
            <a:off x="3721580" y="2827442"/>
            <a:ext cx="1470991" cy="857250"/>
          </a:xfrm>
          <a:prstGeom prst="roundRect">
            <a:avLst/>
          </a:prstGeom>
          <a:noFill/>
          <a:ln w="508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E7C12113-FAEC-4C88-B6AA-B11A3B5987EF}"/>
              </a:ext>
            </a:extLst>
          </p:cNvPr>
          <p:cNvSpPr/>
          <p:nvPr/>
        </p:nvSpPr>
        <p:spPr>
          <a:xfrm>
            <a:off x="5987469" y="2827442"/>
            <a:ext cx="1470991" cy="857250"/>
          </a:xfrm>
          <a:prstGeom prst="roundRect">
            <a:avLst/>
          </a:prstGeom>
          <a:noFill/>
          <a:ln w="508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022481D4-38C4-459B-91DE-5F7CFCE573DB}"/>
              </a:ext>
            </a:extLst>
          </p:cNvPr>
          <p:cNvSpPr/>
          <p:nvPr/>
        </p:nvSpPr>
        <p:spPr>
          <a:xfrm>
            <a:off x="5987468" y="3974048"/>
            <a:ext cx="1470991" cy="857250"/>
          </a:xfrm>
          <a:prstGeom prst="roundRect">
            <a:avLst/>
          </a:prstGeom>
          <a:noFill/>
          <a:ln w="50800">
            <a:solidFill>
              <a:schemeClr val="bg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lumMod val="65000"/>
                  <a:lumOff val="35000"/>
                </a:schemeClr>
              </a:solidFill>
            </a:endParaRPr>
          </a:p>
        </p:txBody>
      </p:sp>
      <p:cxnSp>
        <p:nvCxnSpPr>
          <p:cNvPr id="9" name="Straight Arrow Connector 8">
            <a:extLst>
              <a:ext uri="{FF2B5EF4-FFF2-40B4-BE49-F238E27FC236}">
                <a16:creationId xmlns:a16="http://schemas.microsoft.com/office/drawing/2014/main" id="{0B668637-59A6-411A-8005-AE8F1E70FA45}"/>
              </a:ext>
            </a:extLst>
          </p:cNvPr>
          <p:cNvCxnSpPr>
            <a:stCxn id="5" idx="3"/>
            <a:endCxn id="6" idx="1"/>
          </p:cNvCxnSpPr>
          <p:nvPr/>
        </p:nvCxnSpPr>
        <p:spPr>
          <a:xfrm>
            <a:off x="5192571" y="3256067"/>
            <a:ext cx="794898" cy="0"/>
          </a:xfrm>
          <a:prstGeom prst="straightConnector1">
            <a:avLst/>
          </a:prstGeom>
          <a:ln w="508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Elbow 10">
            <a:extLst>
              <a:ext uri="{FF2B5EF4-FFF2-40B4-BE49-F238E27FC236}">
                <a16:creationId xmlns:a16="http://schemas.microsoft.com/office/drawing/2014/main" id="{BCAD42BD-41DF-4C04-9D79-956331080CBC}"/>
              </a:ext>
            </a:extLst>
          </p:cNvPr>
          <p:cNvCxnSpPr>
            <a:cxnSpLocks/>
          </p:cNvCxnSpPr>
          <p:nvPr/>
        </p:nvCxnSpPr>
        <p:spPr>
          <a:xfrm>
            <a:off x="5192571" y="3599604"/>
            <a:ext cx="794898" cy="769797"/>
          </a:xfrm>
          <a:prstGeom prst="bentConnector3">
            <a:avLst>
              <a:gd name="adj1" fmla="val 50000"/>
            </a:avLst>
          </a:prstGeom>
          <a:ln w="50800">
            <a:solidFill>
              <a:schemeClr val="tx1"/>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5FA23813-C466-46EE-84E8-B06A21A441B0}"/>
              </a:ext>
            </a:extLst>
          </p:cNvPr>
          <p:cNvSpPr txBox="1"/>
          <p:nvPr/>
        </p:nvSpPr>
        <p:spPr>
          <a:xfrm>
            <a:off x="3679240" y="2867116"/>
            <a:ext cx="1572733" cy="769441"/>
          </a:xfrm>
          <a:prstGeom prst="rect">
            <a:avLst/>
          </a:prstGeom>
          <a:noFill/>
        </p:spPr>
        <p:txBody>
          <a:bodyPr wrap="square" rtlCol="0">
            <a:spAutoFit/>
          </a:bodyPr>
          <a:lstStyle/>
          <a:p>
            <a:pPr algn="ctr"/>
            <a:r>
              <a:rPr lang="en-US" sz="1600" dirty="0"/>
              <a:t>Class under test:</a:t>
            </a:r>
          </a:p>
          <a:p>
            <a:pPr algn="ctr"/>
            <a:endParaRPr lang="en-US" sz="1400" b="1" dirty="0"/>
          </a:p>
          <a:p>
            <a:pPr algn="ctr"/>
            <a:r>
              <a:rPr lang="en-US" sz="1400" b="1" dirty="0"/>
              <a:t>Class </a:t>
            </a:r>
            <a:r>
              <a:rPr lang="en-US" sz="1400" b="1" dirty="0">
                <a:solidFill>
                  <a:srgbClr val="7030A0"/>
                </a:solidFill>
              </a:rPr>
              <a:t>Order</a:t>
            </a:r>
          </a:p>
        </p:txBody>
      </p:sp>
      <p:sp>
        <p:nvSpPr>
          <p:cNvPr id="13" name="TextBox 12">
            <a:extLst>
              <a:ext uri="{FF2B5EF4-FFF2-40B4-BE49-F238E27FC236}">
                <a16:creationId xmlns:a16="http://schemas.microsoft.com/office/drawing/2014/main" id="{2912E0B8-E148-482E-B86A-81165EE2CFD6}"/>
              </a:ext>
            </a:extLst>
          </p:cNvPr>
          <p:cNvSpPr txBox="1"/>
          <p:nvPr/>
        </p:nvSpPr>
        <p:spPr>
          <a:xfrm>
            <a:off x="5864392" y="2879374"/>
            <a:ext cx="1717145" cy="1138773"/>
          </a:xfrm>
          <a:prstGeom prst="rect">
            <a:avLst/>
          </a:prstGeom>
          <a:noFill/>
        </p:spPr>
        <p:txBody>
          <a:bodyPr wrap="square" rtlCol="0">
            <a:spAutoFit/>
          </a:bodyPr>
          <a:lstStyle/>
          <a:p>
            <a:pPr algn="ctr"/>
            <a:r>
              <a:rPr lang="en-US" sz="1300" dirty="0"/>
              <a:t>Dependency class (aka. collaborator):</a:t>
            </a:r>
          </a:p>
          <a:p>
            <a:pPr algn="ctr"/>
            <a:r>
              <a:rPr lang="en-US" sz="1300" b="1" dirty="0"/>
              <a:t>Class </a:t>
            </a:r>
            <a:r>
              <a:rPr lang="en-US" sz="1300" b="1" dirty="0" err="1">
                <a:solidFill>
                  <a:srgbClr val="7030A0"/>
                </a:solidFill>
              </a:rPr>
              <a:t>WarehouseImp</a:t>
            </a:r>
            <a:endParaRPr lang="en-US" sz="1300" b="1" dirty="0">
              <a:solidFill>
                <a:srgbClr val="7030A0"/>
              </a:solidFill>
            </a:endParaRPr>
          </a:p>
          <a:p>
            <a:pPr algn="ctr"/>
            <a:endParaRPr lang="en-US" sz="1450" dirty="0"/>
          </a:p>
          <a:p>
            <a:pPr algn="ctr"/>
            <a:endParaRPr lang="en-US" sz="1450" dirty="0"/>
          </a:p>
        </p:txBody>
      </p:sp>
      <p:sp>
        <p:nvSpPr>
          <p:cNvPr id="14" name="TextBox 13">
            <a:extLst>
              <a:ext uri="{FF2B5EF4-FFF2-40B4-BE49-F238E27FC236}">
                <a16:creationId xmlns:a16="http://schemas.microsoft.com/office/drawing/2014/main" id="{67CD556F-DB17-4FAE-A56F-05734758F512}"/>
              </a:ext>
            </a:extLst>
          </p:cNvPr>
          <p:cNvSpPr txBox="1"/>
          <p:nvPr/>
        </p:nvSpPr>
        <p:spPr>
          <a:xfrm>
            <a:off x="5903589" y="4073643"/>
            <a:ext cx="1638750" cy="846386"/>
          </a:xfrm>
          <a:prstGeom prst="rect">
            <a:avLst/>
          </a:prstGeom>
          <a:noFill/>
          <a:ln>
            <a:noFill/>
          </a:ln>
        </p:spPr>
        <p:txBody>
          <a:bodyPr wrap="square" rtlCol="0">
            <a:spAutoFit/>
          </a:bodyPr>
          <a:lstStyle/>
          <a:p>
            <a:pPr algn="ctr"/>
            <a:r>
              <a:rPr lang="en-US" sz="1600" i="1" dirty="0">
                <a:solidFill>
                  <a:schemeClr val="tx1">
                    <a:lumMod val="65000"/>
                    <a:lumOff val="35000"/>
                  </a:schemeClr>
                </a:solidFill>
              </a:rPr>
              <a:t>Mock</a:t>
            </a:r>
            <a:r>
              <a:rPr lang="en-US" sz="1600" dirty="0">
                <a:solidFill>
                  <a:schemeClr val="tx1">
                    <a:lumMod val="65000"/>
                    <a:lumOff val="35000"/>
                  </a:schemeClr>
                </a:solidFill>
              </a:rPr>
              <a:t> of the class </a:t>
            </a:r>
            <a:r>
              <a:rPr lang="en-US" sz="1600" b="1" dirty="0" err="1">
                <a:solidFill>
                  <a:schemeClr val="tx1">
                    <a:lumMod val="65000"/>
                    <a:lumOff val="35000"/>
                  </a:schemeClr>
                </a:solidFill>
              </a:rPr>
              <a:t>WarehouseImp</a:t>
            </a:r>
            <a:endParaRPr lang="en-US" sz="1600" b="1" dirty="0">
              <a:solidFill>
                <a:schemeClr val="tx1">
                  <a:lumMod val="65000"/>
                  <a:lumOff val="35000"/>
                </a:schemeClr>
              </a:solidFill>
            </a:endParaRPr>
          </a:p>
          <a:p>
            <a:pPr algn="ctr"/>
            <a:endParaRPr lang="en-US" sz="1700" dirty="0">
              <a:solidFill>
                <a:schemeClr val="tx1">
                  <a:lumMod val="65000"/>
                  <a:lumOff val="35000"/>
                </a:schemeClr>
              </a:solidFill>
            </a:endParaRPr>
          </a:p>
        </p:txBody>
      </p:sp>
      <p:sp>
        <p:nvSpPr>
          <p:cNvPr id="16" name="TextBox 15">
            <a:extLst>
              <a:ext uri="{FF2B5EF4-FFF2-40B4-BE49-F238E27FC236}">
                <a16:creationId xmlns:a16="http://schemas.microsoft.com/office/drawing/2014/main" id="{18576EBA-8136-4EC7-8CF2-B7DD70F14B66}"/>
              </a:ext>
            </a:extLst>
          </p:cNvPr>
          <p:cNvSpPr txBox="1"/>
          <p:nvPr/>
        </p:nvSpPr>
        <p:spPr>
          <a:xfrm>
            <a:off x="1280972" y="2799385"/>
            <a:ext cx="1807986" cy="800219"/>
          </a:xfrm>
          <a:prstGeom prst="rect">
            <a:avLst/>
          </a:prstGeom>
          <a:noFill/>
        </p:spPr>
        <p:txBody>
          <a:bodyPr wrap="square" rtlCol="0">
            <a:spAutoFit/>
          </a:bodyPr>
          <a:lstStyle/>
          <a:p>
            <a:pPr algn="ctr"/>
            <a:r>
              <a:rPr lang="en-US" b="1" dirty="0"/>
              <a:t>Test Harness: </a:t>
            </a:r>
            <a:br>
              <a:rPr lang="en-US" b="1" dirty="0"/>
            </a:br>
            <a:r>
              <a:rPr lang="en-US" sz="1400" dirty="0"/>
              <a:t>JUnit +</a:t>
            </a:r>
            <a:br>
              <a:rPr lang="en-US" sz="1400" dirty="0"/>
            </a:br>
            <a:endParaRPr lang="en-US" sz="1400" b="1" dirty="0"/>
          </a:p>
        </p:txBody>
      </p:sp>
      <p:cxnSp>
        <p:nvCxnSpPr>
          <p:cNvPr id="17" name="Straight Arrow Connector 16">
            <a:extLst>
              <a:ext uri="{FF2B5EF4-FFF2-40B4-BE49-F238E27FC236}">
                <a16:creationId xmlns:a16="http://schemas.microsoft.com/office/drawing/2014/main" id="{87053A7E-AA31-4131-8764-5EA6BB6E0D1C}"/>
              </a:ext>
            </a:extLst>
          </p:cNvPr>
          <p:cNvCxnSpPr/>
          <p:nvPr/>
        </p:nvCxnSpPr>
        <p:spPr>
          <a:xfrm>
            <a:off x="2908820" y="3283551"/>
            <a:ext cx="794898" cy="0"/>
          </a:xfrm>
          <a:prstGeom prst="straightConnector1">
            <a:avLst/>
          </a:prstGeom>
          <a:ln w="508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1" name="Content Placeholder 20">
            <a:extLst>
              <a:ext uri="{FF2B5EF4-FFF2-40B4-BE49-F238E27FC236}">
                <a16:creationId xmlns:a16="http://schemas.microsoft.com/office/drawing/2014/main" id="{44D372C6-F044-413A-ADCE-B99D87C97017}"/>
              </a:ext>
            </a:extLst>
          </p:cNvPr>
          <p:cNvSpPr>
            <a:spLocks noGrp="1"/>
          </p:cNvSpPr>
          <p:nvPr>
            <p:ph idx="1"/>
          </p:nvPr>
        </p:nvSpPr>
        <p:spPr>
          <a:xfrm>
            <a:off x="49237" y="1200581"/>
            <a:ext cx="9094763" cy="1416532"/>
          </a:xfrm>
        </p:spPr>
        <p:txBody>
          <a:bodyPr>
            <a:normAutofit/>
          </a:bodyPr>
          <a:lstStyle/>
          <a:p>
            <a:r>
              <a:rPr lang="en-US" sz="2250" dirty="0"/>
              <a:t>Assume </a:t>
            </a:r>
            <a:r>
              <a:rPr lang="en-US" sz="2250" b="1" dirty="0"/>
              <a:t>“Warehouse”</a:t>
            </a:r>
            <a:r>
              <a:rPr lang="en-US" sz="2250" dirty="0"/>
              <a:t> is not implemented yet, is not available, is very costly to instantiate from for testing, or making queries takes considerable time, etc.   </a:t>
            </a:r>
            <a:r>
              <a:rPr lang="en-US" sz="2250" dirty="0">
                <a:sym typeface="Wingdings" panose="05000000000000000000" pitchFamily="2" charset="2"/>
              </a:rPr>
              <a:t>   </a:t>
            </a:r>
            <a:r>
              <a:rPr lang="en-US" sz="2250" b="1" dirty="0">
                <a:sym typeface="Wingdings" panose="05000000000000000000" pitchFamily="2" charset="2"/>
              </a:rPr>
              <a:t>Use a test double (</a:t>
            </a:r>
            <a:r>
              <a:rPr lang="en-US" sz="2250" b="1" i="1" dirty="0">
                <a:sym typeface="Wingdings" panose="05000000000000000000" pitchFamily="2" charset="2"/>
              </a:rPr>
              <a:t>mock</a:t>
            </a:r>
            <a:r>
              <a:rPr lang="en-US" sz="2250" b="1" dirty="0">
                <a:sym typeface="Wingdings" panose="05000000000000000000" pitchFamily="2" charset="2"/>
              </a:rPr>
              <a:t> in this case)</a:t>
            </a:r>
            <a:endParaRPr lang="en-US" sz="2250" b="1" dirty="0"/>
          </a:p>
        </p:txBody>
      </p:sp>
      <p:pic>
        <p:nvPicPr>
          <p:cNvPr id="4098" name="Picture 2" descr="Image result for mockito">
            <a:extLst>
              <a:ext uri="{FF2B5EF4-FFF2-40B4-BE49-F238E27FC236}">
                <a16:creationId xmlns:a16="http://schemas.microsoft.com/office/drawing/2014/main" id="{AAA7C70F-E66A-41F0-A6DF-D26AB1264C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577" y="3299740"/>
            <a:ext cx="791612" cy="367290"/>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Rounded Corners 14">
            <a:extLst>
              <a:ext uri="{FF2B5EF4-FFF2-40B4-BE49-F238E27FC236}">
                <a16:creationId xmlns:a16="http://schemas.microsoft.com/office/drawing/2014/main" id="{BA80033C-E43B-4DAB-B705-A384041F7EFC}"/>
              </a:ext>
            </a:extLst>
          </p:cNvPr>
          <p:cNvSpPr/>
          <p:nvPr/>
        </p:nvSpPr>
        <p:spPr>
          <a:xfrm>
            <a:off x="1437829" y="2827442"/>
            <a:ext cx="1470991" cy="857250"/>
          </a:xfrm>
          <a:prstGeom prst="roundRect">
            <a:avLst/>
          </a:prstGeom>
          <a:noFill/>
          <a:ln w="508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9765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8B6D3-3D26-4930-995D-936E9BC378DF}"/>
              </a:ext>
            </a:extLst>
          </p:cNvPr>
          <p:cNvSpPr>
            <a:spLocks noGrp="1"/>
          </p:cNvSpPr>
          <p:nvPr>
            <p:ph type="title"/>
          </p:nvPr>
        </p:nvSpPr>
        <p:spPr/>
        <p:txBody>
          <a:bodyPr/>
          <a:lstStyle/>
          <a:p>
            <a:r>
              <a:rPr lang="en-US" dirty="0"/>
              <a:t>State-based JUnit Tests</a:t>
            </a:r>
          </a:p>
        </p:txBody>
      </p:sp>
      <p:sp>
        <p:nvSpPr>
          <p:cNvPr id="6" name="Rectangle 5">
            <a:extLst>
              <a:ext uri="{FF2B5EF4-FFF2-40B4-BE49-F238E27FC236}">
                <a16:creationId xmlns:a16="http://schemas.microsoft.com/office/drawing/2014/main" id="{B0F8E963-57DC-47F5-B73C-B04862295BDB}"/>
              </a:ext>
            </a:extLst>
          </p:cNvPr>
          <p:cNvSpPr/>
          <p:nvPr/>
        </p:nvSpPr>
        <p:spPr>
          <a:xfrm>
            <a:off x="2374945" y="911225"/>
            <a:ext cx="6282759" cy="4324261"/>
          </a:xfrm>
          <a:prstGeom prst="rect">
            <a:avLst/>
          </a:prstGeom>
        </p:spPr>
        <p:txBody>
          <a:bodyPr wrap="square">
            <a:spAutoFit/>
          </a:bodyPr>
          <a:lstStyle/>
          <a:p>
            <a:r>
              <a:rPr lang="en-US" sz="1100" dirty="0">
                <a:solidFill>
                  <a:srgbClr val="7F0055"/>
                </a:solidFill>
                <a:latin typeface="Consolas" panose="020B0609020204030204" pitchFamily="49" charset="0"/>
              </a:rPr>
              <a:t>public</a:t>
            </a:r>
            <a:r>
              <a:rPr lang="en-US" sz="1100" dirty="0">
                <a:solidFill>
                  <a:srgbClr val="000000"/>
                </a:solidFill>
                <a:latin typeface="Consolas" panose="020B0609020204030204" pitchFamily="49" charset="0"/>
              </a:rPr>
              <a:t> </a:t>
            </a:r>
            <a:r>
              <a:rPr lang="en-US" sz="1100" dirty="0">
                <a:solidFill>
                  <a:srgbClr val="7F0055"/>
                </a:solidFill>
                <a:latin typeface="Consolas" panose="020B0609020204030204" pitchFamily="49" charset="0"/>
              </a:rPr>
              <a:t>class</a:t>
            </a:r>
            <a:r>
              <a:rPr lang="en-US" sz="1100" dirty="0">
                <a:solidFill>
                  <a:srgbClr val="000000"/>
                </a:solidFill>
                <a:latin typeface="Consolas" panose="020B0609020204030204" pitchFamily="49" charset="0"/>
              </a:rPr>
              <a:t> </a:t>
            </a:r>
            <a:r>
              <a:rPr lang="en-US" sz="1100" b="1" dirty="0" err="1">
                <a:solidFill>
                  <a:srgbClr val="000000"/>
                </a:solidFill>
                <a:latin typeface="Consolas" panose="020B0609020204030204" pitchFamily="49" charset="0"/>
              </a:rPr>
              <a:t>OrderTest</a:t>
            </a:r>
            <a:r>
              <a:rPr lang="en-US" sz="1100" dirty="0">
                <a:solidFill>
                  <a:srgbClr val="000000"/>
                </a:solidFill>
                <a:latin typeface="Consolas" panose="020B0609020204030204" pitchFamily="49" charset="0"/>
              </a:rPr>
              <a:t> {</a:t>
            </a:r>
          </a:p>
          <a:p>
            <a:r>
              <a:rPr lang="en-US" sz="1100" dirty="0">
                <a:solidFill>
                  <a:srgbClr val="000000"/>
                </a:solidFill>
                <a:latin typeface="Consolas" panose="020B0609020204030204" pitchFamily="49" charset="0"/>
              </a:rPr>
              <a:t>  </a:t>
            </a:r>
            <a:r>
              <a:rPr lang="en-US" sz="1100" dirty="0">
                <a:solidFill>
                  <a:srgbClr val="7F0055"/>
                </a:solidFill>
                <a:latin typeface="Consolas" panose="020B0609020204030204" pitchFamily="49" charset="0"/>
              </a:rPr>
              <a:t>private</a:t>
            </a:r>
            <a:r>
              <a:rPr lang="en-US" sz="1100" dirty="0">
                <a:solidFill>
                  <a:srgbClr val="000000"/>
                </a:solidFill>
                <a:latin typeface="Consolas" panose="020B0609020204030204" pitchFamily="49" charset="0"/>
              </a:rPr>
              <a:t> </a:t>
            </a:r>
            <a:r>
              <a:rPr lang="en-US" sz="1100" dirty="0">
                <a:solidFill>
                  <a:srgbClr val="7F0055"/>
                </a:solidFill>
                <a:latin typeface="Consolas" panose="020B0609020204030204" pitchFamily="49" charset="0"/>
              </a:rPr>
              <a:t>static</a:t>
            </a:r>
            <a:r>
              <a:rPr lang="en-US" sz="1100" dirty="0">
                <a:solidFill>
                  <a:srgbClr val="000000"/>
                </a:solidFill>
                <a:latin typeface="Consolas" panose="020B0609020204030204" pitchFamily="49" charset="0"/>
              </a:rPr>
              <a:t> String </a:t>
            </a:r>
            <a:r>
              <a:rPr lang="en-US" sz="1100" i="1" dirty="0">
                <a:solidFill>
                  <a:srgbClr val="0000C0"/>
                </a:solidFill>
                <a:latin typeface="Consolas" panose="020B0609020204030204" pitchFamily="49" charset="0"/>
              </a:rPr>
              <a:t>TALISKER</a:t>
            </a:r>
            <a:r>
              <a:rPr lang="en-US" sz="1100" i="1" dirty="0">
                <a:solidFill>
                  <a:srgbClr val="000000"/>
                </a:solidFill>
                <a:latin typeface="Consolas" panose="020B0609020204030204" pitchFamily="49" charset="0"/>
              </a:rPr>
              <a:t> = </a:t>
            </a:r>
            <a:r>
              <a:rPr lang="en-US" sz="1100" i="1" dirty="0">
                <a:solidFill>
                  <a:srgbClr val="2A00FF"/>
                </a:solidFill>
                <a:latin typeface="Consolas" panose="020B0609020204030204" pitchFamily="49" charset="0"/>
              </a:rPr>
              <a:t>"</a:t>
            </a:r>
            <a:r>
              <a:rPr lang="en-US" sz="1100" i="1" dirty="0" err="1">
                <a:solidFill>
                  <a:srgbClr val="2A00FF"/>
                </a:solidFill>
                <a:latin typeface="Consolas" panose="020B0609020204030204" pitchFamily="49" charset="0"/>
              </a:rPr>
              <a:t>Talisker</a:t>
            </a:r>
            <a:r>
              <a:rPr lang="en-US" sz="1100" i="1" dirty="0">
                <a:solidFill>
                  <a:srgbClr val="2A00FF"/>
                </a:solidFill>
                <a:latin typeface="Consolas" panose="020B0609020204030204" pitchFamily="49" charset="0"/>
              </a:rPr>
              <a:t>"</a:t>
            </a:r>
            <a:r>
              <a:rPr lang="en-US" sz="1100" i="1"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r>
              <a:rPr lang="en-US" sz="1100" dirty="0">
                <a:solidFill>
                  <a:srgbClr val="7F0055"/>
                </a:solidFill>
                <a:latin typeface="Consolas" panose="020B0609020204030204" pitchFamily="49" charset="0"/>
              </a:rPr>
              <a:t>private</a:t>
            </a:r>
            <a:r>
              <a:rPr lang="en-US" sz="1100" dirty="0">
                <a:solidFill>
                  <a:srgbClr val="000000"/>
                </a:solidFill>
                <a:latin typeface="Consolas" panose="020B0609020204030204" pitchFamily="49" charset="0"/>
              </a:rPr>
              <a:t> </a:t>
            </a:r>
            <a:r>
              <a:rPr lang="en-US" sz="1100" dirty="0">
                <a:solidFill>
                  <a:srgbClr val="7F0055"/>
                </a:solidFill>
                <a:latin typeface="Consolas" panose="020B0609020204030204" pitchFamily="49" charset="0"/>
              </a:rPr>
              <a:t>static</a:t>
            </a:r>
            <a:r>
              <a:rPr lang="en-US" sz="1100" dirty="0">
                <a:solidFill>
                  <a:srgbClr val="000000"/>
                </a:solidFill>
                <a:latin typeface="Consolas" panose="020B0609020204030204" pitchFamily="49" charset="0"/>
              </a:rPr>
              <a:t> String </a:t>
            </a:r>
            <a:r>
              <a:rPr lang="en-US" sz="1100" i="1" dirty="0">
                <a:solidFill>
                  <a:srgbClr val="0000C0"/>
                </a:solidFill>
                <a:latin typeface="Consolas" panose="020B0609020204030204" pitchFamily="49" charset="0"/>
              </a:rPr>
              <a:t>HIGHLAND_PARK</a:t>
            </a:r>
            <a:r>
              <a:rPr lang="en-US" sz="1100" i="1" dirty="0">
                <a:solidFill>
                  <a:srgbClr val="000000"/>
                </a:solidFill>
                <a:latin typeface="Consolas" panose="020B0609020204030204" pitchFamily="49" charset="0"/>
              </a:rPr>
              <a:t> = </a:t>
            </a:r>
            <a:r>
              <a:rPr lang="en-US" sz="1100" i="1" dirty="0">
                <a:solidFill>
                  <a:srgbClr val="2A00FF"/>
                </a:solidFill>
                <a:latin typeface="Consolas" panose="020B0609020204030204" pitchFamily="49" charset="0"/>
              </a:rPr>
              <a:t>"Highland Park"</a:t>
            </a:r>
            <a:r>
              <a:rPr lang="en-US" sz="1100" i="1"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r>
              <a:rPr lang="en-US" sz="1100" dirty="0">
                <a:solidFill>
                  <a:srgbClr val="7F0055"/>
                </a:solidFill>
                <a:latin typeface="Consolas" panose="020B0609020204030204" pitchFamily="49" charset="0"/>
              </a:rPr>
              <a:t>private</a:t>
            </a:r>
            <a:r>
              <a:rPr lang="en-US" sz="1100" dirty="0">
                <a:solidFill>
                  <a:srgbClr val="000000"/>
                </a:solidFill>
                <a:latin typeface="Consolas" panose="020B0609020204030204" pitchFamily="49" charset="0"/>
              </a:rPr>
              <a:t> Warehouse </a:t>
            </a:r>
            <a:r>
              <a:rPr lang="en-US" sz="1100" dirty="0" err="1">
                <a:solidFill>
                  <a:srgbClr val="0000C0"/>
                </a:solidFill>
                <a:latin typeface="Consolas" panose="020B0609020204030204" pitchFamily="49" charset="0"/>
              </a:rPr>
              <a:t>warehouse</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r>
              <a:rPr lang="en-US" sz="1100" dirty="0">
                <a:solidFill>
                  <a:srgbClr val="646464"/>
                </a:solidFill>
                <a:latin typeface="Consolas" panose="020B0609020204030204" pitchFamily="49" charset="0"/>
              </a:rPr>
              <a:t>@</a:t>
            </a:r>
            <a:r>
              <a:rPr lang="en-US" sz="1100" dirty="0" err="1">
                <a:solidFill>
                  <a:srgbClr val="646464"/>
                </a:solidFill>
                <a:latin typeface="Consolas" panose="020B0609020204030204" pitchFamily="49" charset="0"/>
              </a:rPr>
              <a:t>BeforeEach</a:t>
            </a:r>
            <a:endParaRPr lang="en-US" sz="1100" dirty="0">
              <a:solidFill>
                <a:srgbClr val="646464"/>
              </a:solidFill>
              <a:latin typeface="Consolas" panose="020B0609020204030204" pitchFamily="49" charset="0"/>
            </a:endParaRPr>
          </a:p>
          <a:p>
            <a:r>
              <a:rPr lang="en-US" sz="1100" dirty="0">
                <a:solidFill>
                  <a:srgbClr val="000000"/>
                </a:solidFill>
                <a:latin typeface="Consolas" panose="020B0609020204030204" pitchFamily="49" charset="0"/>
              </a:rPr>
              <a:t>  </a:t>
            </a:r>
            <a:r>
              <a:rPr lang="en-US" sz="1100" dirty="0">
                <a:solidFill>
                  <a:srgbClr val="7F0055"/>
                </a:solidFill>
                <a:latin typeface="Consolas" panose="020B0609020204030204" pitchFamily="49" charset="0"/>
              </a:rPr>
              <a:t>public</a:t>
            </a:r>
            <a:r>
              <a:rPr lang="en-US" sz="1100" dirty="0">
                <a:solidFill>
                  <a:srgbClr val="000000"/>
                </a:solidFill>
                <a:latin typeface="Consolas" panose="020B0609020204030204" pitchFamily="49" charset="0"/>
              </a:rPr>
              <a:t> </a:t>
            </a:r>
            <a:r>
              <a:rPr lang="en-US" sz="1100" dirty="0">
                <a:solidFill>
                  <a:srgbClr val="7F0055"/>
                </a:solidFill>
                <a:latin typeface="Consolas" panose="020B0609020204030204" pitchFamily="49" charset="0"/>
              </a:rPr>
              <a:t>void</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setUp</a:t>
            </a:r>
            <a:r>
              <a:rPr lang="en-US" sz="1100" dirty="0">
                <a:solidFill>
                  <a:srgbClr val="000000"/>
                </a:solidFill>
                <a:latin typeface="Consolas" panose="020B0609020204030204" pitchFamily="49" charset="0"/>
              </a:rPr>
              <a:t>() </a:t>
            </a:r>
            <a:r>
              <a:rPr lang="en-US" sz="1100" dirty="0">
                <a:solidFill>
                  <a:srgbClr val="7F0055"/>
                </a:solidFill>
                <a:latin typeface="Consolas" panose="020B0609020204030204" pitchFamily="49" charset="0"/>
              </a:rPr>
              <a:t>throws</a:t>
            </a:r>
            <a:r>
              <a:rPr lang="en-US" sz="1100" dirty="0">
                <a:solidFill>
                  <a:srgbClr val="000000"/>
                </a:solidFill>
                <a:latin typeface="Consolas" panose="020B0609020204030204" pitchFamily="49" charset="0"/>
              </a:rPr>
              <a:t> Exception {</a:t>
            </a:r>
          </a:p>
          <a:p>
            <a:r>
              <a:rPr lang="en-US" sz="1100" dirty="0">
                <a:solidFill>
                  <a:srgbClr val="000000"/>
                </a:solidFill>
                <a:latin typeface="Consolas" panose="020B0609020204030204" pitchFamily="49" charset="0"/>
              </a:rPr>
              <a:t>    </a:t>
            </a:r>
            <a:r>
              <a:rPr lang="en-US" sz="1100" dirty="0">
                <a:solidFill>
                  <a:srgbClr val="0000C0"/>
                </a:solidFill>
                <a:latin typeface="Consolas" panose="020B0609020204030204" pitchFamily="49" charset="0"/>
              </a:rPr>
              <a:t>warehouse</a:t>
            </a:r>
            <a:r>
              <a:rPr lang="en-US" sz="1100" dirty="0">
                <a:solidFill>
                  <a:srgbClr val="000000"/>
                </a:solidFill>
                <a:latin typeface="Consolas" panose="020B0609020204030204" pitchFamily="49" charset="0"/>
              </a:rPr>
              <a:t> = </a:t>
            </a:r>
            <a:r>
              <a:rPr lang="en-US" sz="1100" dirty="0">
                <a:solidFill>
                  <a:srgbClr val="7F0055"/>
                </a:solidFill>
                <a:latin typeface="Consolas" panose="020B0609020204030204" pitchFamily="49" charset="0"/>
              </a:rPr>
              <a:t>new</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WarehouseImpl</a:t>
            </a:r>
            <a:r>
              <a:rPr lang="en-US" sz="1100" dirty="0">
                <a:solidFill>
                  <a:srgbClr val="000000"/>
                </a:solidFill>
                <a:latin typeface="Consolas" panose="020B0609020204030204" pitchFamily="49" charset="0"/>
              </a:rPr>
              <a:t>();</a:t>
            </a:r>
          </a:p>
          <a:p>
            <a:r>
              <a:rPr lang="en-US" sz="1100" dirty="0">
                <a:solidFill>
                  <a:srgbClr val="0000C0"/>
                </a:solidFill>
                <a:latin typeface="Consolas" panose="020B0609020204030204" pitchFamily="49" charset="0"/>
              </a:rPr>
              <a:t>    </a:t>
            </a:r>
            <a:r>
              <a:rPr lang="en-US" sz="1100" dirty="0" err="1">
                <a:solidFill>
                  <a:srgbClr val="0000C0"/>
                </a:solidFill>
                <a:latin typeface="Consolas" panose="020B0609020204030204" pitchFamily="49" charset="0"/>
              </a:rPr>
              <a:t>warehouse</a:t>
            </a:r>
            <a:r>
              <a:rPr lang="en-US" sz="1100" dirty="0" err="1">
                <a:solidFill>
                  <a:srgbClr val="000000"/>
                </a:solidFill>
                <a:latin typeface="Consolas" panose="020B0609020204030204" pitchFamily="49" charset="0"/>
              </a:rPr>
              <a:t>.add</a:t>
            </a:r>
            <a:r>
              <a:rPr lang="en-US" sz="1100" dirty="0">
                <a:solidFill>
                  <a:srgbClr val="000000"/>
                </a:solidFill>
                <a:latin typeface="Consolas" panose="020B0609020204030204" pitchFamily="49" charset="0"/>
              </a:rPr>
              <a:t>(</a:t>
            </a:r>
            <a:r>
              <a:rPr lang="en-US" sz="1100" i="1" dirty="0">
                <a:solidFill>
                  <a:srgbClr val="0000C0"/>
                </a:solidFill>
                <a:latin typeface="Consolas" panose="020B0609020204030204" pitchFamily="49" charset="0"/>
              </a:rPr>
              <a:t>TALISKER</a:t>
            </a:r>
            <a:r>
              <a:rPr lang="en-US" sz="1100" i="1" dirty="0">
                <a:solidFill>
                  <a:srgbClr val="000000"/>
                </a:solidFill>
                <a:latin typeface="Consolas" panose="020B0609020204030204" pitchFamily="49" charset="0"/>
              </a:rPr>
              <a:t>, 50);</a:t>
            </a:r>
          </a:p>
          <a:p>
            <a:r>
              <a:rPr lang="en-US" sz="1100" dirty="0">
                <a:solidFill>
                  <a:srgbClr val="000000"/>
                </a:solidFill>
                <a:latin typeface="Consolas" panose="020B0609020204030204" pitchFamily="49" charset="0"/>
              </a:rPr>
              <a:t>    </a:t>
            </a:r>
            <a:r>
              <a:rPr lang="en-US" sz="1100" dirty="0" err="1">
                <a:solidFill>
                  <a:srgbClr val="0000C0"/>
                </a:solidFill>
                <a:latin typeface="Consolas" panose="020B0609020204030204" pitchFamily="49" charset="0"/>
              </a:rPr>
              <a:t>warehouse</a:t>
            </a:r>
            <a:r>
              <a:rPr lang="en-US" sz="1100" dirty="0" err="1">
                <a:solidFill>
                  <a:srgbClr val="000000"/>
                </a:solidFill>
                <a:latin typeface="Consolas" panose="020B0609020204030204" pitchFamily="49" charset="0"/>
              </a:rPr>
              <a:t>.add</a:t>
            </a:r>
            <a:r>
              <a:rPr lang="en-US" sz="1100" dirty="0">
                <a:solidFill>
                  <a:srgbClr val="000000"/>
                </a:solidFill>
                <a:latin typeface="Consolas" panose="020B0609020204030204" pitchFamily="49" charset="0"/>
              </a:rPr>
              <a:t>(</a:t>
            </a:r>
            <a:r>
              <a:rPr lang="en-US" sz="1100" i="1" dirty="0">
                <a:solidFill>
                  <a:srgbClr val="0000C0"/>
                </a:solidFill>
                <a:latin typeface="Consolas" panose="020B0609020204030204" pitchFamily="49" charset="0"/>
              </a:rPr>
              <a:t>HIGHLAND_PARK</a:t>
            </a:r>
            <a:r>
              <a:rPr lang="en-US" sz="1100" i="1" dirty="0">
                <a:solidFill>
                  <a:srgbClr val="000000"/>
                </a:solidFill>
                <a:latin typeface="Consolas" panose="020B0609020204030204" pitchFamily="49" charset="0"/>
              </a:rPr>
              <a:t>, 25);</a:t>
            </a:r>
          </a:p>
          <a:p>
            <a:r>
              <a:rPr lang="en-US" sz="1100" dirty="0">
                <a:solidFill>
                  <a:srgbClr val="000000"/>
                </a:solidFill>
                <a:latin typeface="Consolas" panose="020B0609020204030204" pitchFamily="49" charset="0"/>
              </a:rPr>
              <a:t>  }</a:t>
            </a:r>
          </a:p>
          <a:p>
            <a:r>
              <a:rPr lang="en-US" sz="1100" dirty="0">
                <a:solidFill>
                  <a:srgbClr val="000000"/>
                </a:solidFill>
                <a:latin typeface="Consolas" panose="020B0609020204030204" pitchFamily="49" charset="0"/>
              </a:rPr>
              <a:t>  </a:t>
            </a:r>
            <a:r>
              <a:rPr lang="en-US" sz="1100" dirty="0">
                <a:solidFill>
                  <a:srgbClr val="646464"/>
                </a:solidFill>
                <a:latin typeface="Consolas" panose="020B0609020204030204" pitchFamily="49" charset="0"/>
              </a:rPr>
              <a:t>@Test</a:t>
            </a:r>
          </a:p>
          <a:p>
            <a:r>
              <a:rPr lang="en-US" sz="1100" dirty="0">
                <a:solidFill>
                  <a:srgbClr val="000000"/>
                </a:solidFill>
                <a:latin typeface="Consolas" panose="020B0609020204030204" pitchFamily="49" charset="0"/>
              </a:rPr>
              <a:t>  </a:t>
            </a:r>
            <a:r>
              <a:rPr lang="en-US" sz="1100" dirty="0">
                <a:solidFill>
                  <a:srgbClr val="7F0055"/>
                </a:solidFill>
                <a:latin typeface="Consolas" panose="020B0609020204030204" pitchFamily="49" charset="0"/>
              </a:rPr>
              <a:t>public</a:t>
            </a:r>
            <a:r>
              <a:rPr lang="en-US" sz="1100" dirty="0">
                <a:solidFill>
                  <a:srgbClr val="000000"/>
                </a:solidFill>
                <a:latin typeface="Consolas" panose="020B0609020204030204" pitchFamily="49" charset="0"/>
              </a:rPr>
              <a:t> </a:t>
            </a:r>
            <a:r>
              <a:rPr lang="en-US" sz="1100" dirty="0">
                <a:solidFill>
                  <a:srgbClr val="7F0055"/>
                </a:solidFill>
                <a:latin typeface="Consolas" panose="020B0609020204030204" pitchFamily="49" charset="0"/>
              </a:rPr>
              <a:t>void</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testOrderIsFilledIfEnoughInWarehouse</a:t>
            </a:r>
            <a:r>
              <a:rPr lang="en-US" sz="1100" dirty="0">
                <a:solidFill>
                  <a:srgbClr val="000000"/>
                </a:solidFill>
                <a:latin typeface="Consolas" panose="020B0609020204030204" pitchFamily="49" charset="0"/>
              </a:rPr>
              <a:t>() {</a:t>
            </a:r>
          </a:p>
          <a:p>
            <a:r>
              <a:rPr lang="en-US" sz="1100" dirty="0">
                <a:solidFill>
                  <a:srgbClr val="000000"/>
                </a:solidFill>
                <a:latin typeface="Consolas" panose="020B0609020204030204" pitchFamily="49" charset="0"/>
              </a:rPr>
              <a:t>    Order </a:t>
            </a:r>
            <a:r>
              <a:rPr lang="en-US" sz="1100" dirty="0" err="1">
                <a:solidFill>
                  <a:srgbClr val="6A3E3E"/>
                </a:solidFill>
                <a:latin typeface="Consolas" panose="020B0609020204030204" pitchFamily="49" charset="0"/>
              </a:rPr>
              <a:t>order</a:t>
            </a:r>
            <a:r>
              <a:rPr lang="en-US" sz="1100" dirty="0">
                <a:solidFill>
                  <a:srgbClr val="000000"/>
                </a:solidFill>
                <a:latin typeface="Consolas" panose="020B0609020204030204" pitchFamily="49" charset="0"/>
              </a:rPr>
              <a:t> = </a:t>
            </a:r>
            <a:r>
              <a:rPr lang="en-US" sz="1100" dirty="0">
                <a:solidFill>
                  <a:srgbClr val="7F0055"/>
                </a:solidFill>
                <a:latin typeface="Consolas" panose="020B0609020204030204" pitchFamily="49" charset="0"/>
              </a:rPr>
              <a:t>new</a:t>
            </a:r>
            <a:r>
              <a:rPr lang="en-US" sz="1100" dirty="0">
                <a:solidFill>
                  <a:srgbClr val="000000"/>
                </a:solidFill>
                <a:latin typeface="Consolas" panose="020B0609020204030204" pitchFamily="49" charset="0"/>
              </a:rPr>
              <a:t> Order(</a:t>
            </a:r>
            <a:r>
              <a:rPr lang="en-US" sz="1100" i="1" dirty="0">
                <a:solidFill>
                  <a:srgbClr val="0000C0"/>
                </a:solidFill>
                <a:latin typeface="Consolas" panose="020B0609020204030204" pitchFamily="49" charset="0"/>
              </a:rPr>
              <a:t>TALISKER</a:t>
            </a:r>
            <a:r>
              <a:rPr lang="en-US" sz="1100" i="1" dirty="0">
                <a:solidFill>
                  <a:srgbClr val="000000"/>
                </a:solidFill>
                <a:latin typeface="Consolas" panose="020B0609020204030204" pitchFamily="49" charset="0"/>
              </a:rPr>
              <a:t>, 50);</a:t>
            </a:r>
          </a:p>
          <a:p>
            <a:r>
              <a:rPr lang="en-US" sz="1100" dirty="0">
                <a:solidFill>
                  <a:srgbClr val="000000"/>
                </a:solidFill>
                <a:latin typeface="Consolas" panose="020B0609020204030204" pitchFamily="49" charset="0"/>
              </a:rPr>
              <a:t>    </a:t>
            </a:r>
            <a:r>
              <a:rPr lang="en-US" sz="1100" dirty="0" err="1">
                <a:solidFill>
                  <a:srgbClr val="6A3E3E"/>
                </a:solidFill>
                <a:latin typeface="Consolas" panose="020B0609020204030204" pitchFamily="49" charset="0"/>
              </a:rPr>
              <a:t>order</a:t>
            </a:r>
            <a:r>
              <a:rPr lang="en-US" sz="1100" dirty="0" err="1">
                <a:solidFill>
                  <a:srgbClr val="000000"/>
                </a:solidFill>
                <a:latin typeface="Consolas" panose="020B0609020204030204" pitchFamily="49" charset="0"/>
              </a:rPr>
              <a:t>.fill</a:t>
            </a:r>
            <a:r>
              <a:rPr lang="en-US" sz="1100" dirty="0">
                <a:solidFill>
                  <a:srgbClr val="000000"/>
                </a:solidFill>
                <a:latin typeface="Consolas" panose="020B0609020204030204" pitchFamily="49" charset="0"/>
              </a:rPr>
              <a:t>(</a:t>
            </a:r>
            <a:r>
              <a:rPr lang="en-US" sz="1100" dirty="0">
                <a:solidFill>
                  <a:srgbClr val="0000C0"/>
                </a:solidFill>
                <a:latin typeface="Consolas" panose="020B0609020204030204" pitchFamily="49" charset="0"/>
              </a:rPr>
              <a:t>warehouse</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r>
              <a:rPr lang="en-US" sz="1100" i="1" dirty="0" err="1">
                <a:solidFill>
                  <a:srgbClr val="000000"/>
                </a:solidFill>
                <a:latin typeface="Consolas" panose="020B0609020204030204" pitchFamily="49" charset="0"/>
              </a:rPr>
              <a:t>assertTrue</a:t>
            </a:r>
            <a:r>
              <a:rPr lang="en-US" sz="1100" i="1" dirty="0">
                <a:solidFill>
                  <a:srgbClr val="000000"/>
                </a:solidFill>
                <a:latin typeface="Consolas" panose="020B0609020204030204" pitchFamily="49" charset="0"/>
              </a:rPr>
              <a:t>(</a:t>
            </a:r>
            <a:r>
              <a:rPr lang="en-US" sz="1100" i="1" dirty="0" err="1">
                <a:solidFill>
                  <a:srgbClr val="6A3E3E"/>
                </a:solidFill>
                <a:latin typeface="Consolas" panose="020B0609020204030204" pitchFamily="49" charset="0"/>
              </a:rPr>
              <a:t>order</a:t>
            </a:r>
            <a:r>
              <a:rPr lang="en-US" sz="1100" i="1" dirty="0" err="1">
                <a:solidFill>
                  <a:srgbClr val="000000"/>
                </a:solidFill>
                <a:latin typeface="Consolas" panose="020B0609020204030204" pitchFamily="49" charset="0"/>
              </a:rPr>
              <a:t>.isFilled</a:t>
            </a:r>
            <a:r>
              <a:rPr lang="en-US" sz="1100" i="1"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r>
              <a:rPr lang="en-US" sz="1100" i="1" dirty="0" err="1">
                <a:solidFill>
                  <a:srgbClr val="000000"/>
                </a:solidFill>
                <a:latin typeface="Consolas" panose="020B0609020204030204" pitchFamily="49" charset="0"/>
              </a:rPr>
              <a:t>assertEquals</a:t>
            </a:r>
            <a:r>
              <a:rPr lang="en-US" sz="1100" i="1" dirty="0">
                <a:solidFill>
                  <a:srgbClr val="000000"/>
                </a:solidFill>
                <a:latin typeface="Consolas" panose="020B0609020204030204" pitchFamily="49" charset="0"/>
              </a:rPr>
              <a:t>(0, </a:t>
            </a:r>
            <a:r>
              <a:rPr lang="en-US" sz="1100" i="1" dirty="0" err="1">
                <a:solidFill>
                  <a:srgbClr val="0000C0"/>
                </a:solidFill>
                <a:latin typeface="Consolas" panose="020B0609020204030204" pitchFamily="49" charset="0"/>
              </a:rPr>
              <a:t>warehouse</a:t>
            </a:r>
            <a:r>
              <a:rPr lang="en-US" sz="1100" i="1" dirty="0" err="1">
                <a:solidFill>
                  <a:srgbClr val="000000"/>
                </a:solidFill>
                <a:latin typeface="Consolas" panose="020B0609020204030204" pitchFamily="49" charset="0"/>
              </a:rPr>
              <a:t>.getInventory</a:t>
            </a:r>
            <a:r>
              <a:rPr lang="en-US" sz="1100" i="1" dirty="0">
                <a:solidFill>
                  <a:srgbClr val="000000"/>
                </a:solidFill>
                <a:latin typeface="Consolas" panose="020B0609020204030204" pitchFamily="49" charset="0"/>
              </a:rPr>
              <a:t>(</a:t>
            </a:r>
            <a:r>
              <a:rPr lang="en-US" sz="1100" i="1" dirty="0">
                <a:solidFill>
                  <a:srgbClr val="0000C0"/>
                </a:solidFill>
                <a:latin typeface="Consolas" panose="020B0609020204030204" pitchFamily="49" charset="0"/>
              </a:rPr>
              <a:t>TALISKER</a:t>
            </a:r>
            <a:r>
              <a:rPr lang="en-US" sz="1100" i="1"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p>
          <a:p>
            <a:r>
              <a:rPr lang="en-US" sz="1100" dirty="0">
                <a:solidFill>
                  <a:srgbClr val="000000"/>
                </a:solidFill>
                <a:latin typeface="Consolas" panose="020B0609020204030204" pitchFamily="49" charset="0"/>
              </a:rPr>
              <a:t>  </a:t>
            </a:r>
            <a:r>
              <a:rPr lang="en-US" sz="1100" dirty="0">
                <a:solidFill>
                  <a:srgbClr val="646464"/>
                </a:solidFill>
                <a:latin typeface="Consolas" panose="020B0609020204030204" pitchFamily="49" charset="0"/>
              </a:rPr>
              <a:t>@Test</a:t>
            </a:r>
          </a:p>
          <a:p>
            <a:r>
              <a:rPr lang="en-US" sz="1100" dirty="0">
                <a:solidFill>
                  <a:srgbClr val="000000"/>
                </a:solidFill>
                <a:latin typeface="Consolas" panose="020B0609020204030204" pitchFamily="49" charset="0"/>
              </a:rPr>
              <a:t>  </a:t>
            </a:r>
            <a:r>
              <a:rPr lang="en-US" sz="1100" dirty="0">
                <a:solidFill>
                  <a:srgbClr val="7F0055"/>
                </a:solidFill>
                <a:latin typeface="Consolas" panose="020B0609020204030204" pitchFamily="49" charset="0"/>
              </a:rPr>
              <a:t>public</a:t>
            </a:r>
            <a:r>
              <a:rPr lang="en-US" sz="1100" dirty="0">
                <a:solidFill>
                  <a:srgbClr val="000000"/>
                </a:solidFill>
                <a:latin typeface="Consolas" panose="020B0609020204030204" pitchFamily="49" charset="0"/>
              </a:rPr>
              <a:t> </a:t>
            </a:r>
            <a:r>
              <a:rPr lang="en-US" sz="1100" dirty="0">
                <a:solidFill>
                  <a:srgbClr val="7F0055"/>
                </a:solidFill>
                <a:latin typeface="Consolas" panose="020B0609020204030204" pitchFamily="49" charset="0"/>
              </a:rPr>
              <a:t>void</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testOrderDoesNotRemoveIfNotEnough</a:t>
            </a:r>
            <a:r>
              <a:rPr lang="en-US" sz="1100" dirty="0">
                <a:solidFill>
                  <a:srgbClr val="000000"/>
                </a:solidFill>
                <a:latin typeface="Consolas" panose="020B0609020204030204" pitchFamily="49" charset="0"/>
              </a:rPr>
              <a:t>() {</a:t>
            </a:r>
          </a:p>
          <a:p>
            <a:r>
              <a:rPr lang="en-US" sz="1100" dirty="0">
                <a:solidFill>
                  <a:srgbClr val="000000"/>
                </a:solidFill>
                <a:latin typeface="Consolas" panose="020B0609020204030204" pitchFamily="49" charset="0"/>
              </a:rPr>
              <a:t>    Order </a:t>
            </a:r>
            <a:r>
              <a:rPr lang="en-US" sz="1100" dirty="0" err="1">
                <a:solidFill>
                  <a:srgbClr val="6A3E3E"/>
                </a:solidFill>
                <a:latin typeface="Consolas" panose="020B0609020204030204" pitchFamily="49" charset="0"/>
              </a:rPr>
              <a:t>order</a:t>
            </a:r>
            <a:r>
              <a:rPr lang="en-US" sz="1100" dirty="0">
                <a:solidFill>
                  <a:srgbClr val="000000"/>
                </a:solidFill>
                <a:latin typeface="Consolas" panose="020B0609020204030204" pitchFamily="49" charset="0"/>
              </a:rPr>
              <a:t> = </a:t>
            </a:r>
            <a:r>
              <a:rPr lang="en-US" sz="1100" dirty="0">
                <a:solidFill>
                  <a:srgbClr val="7F0055"/>
                </a:solidFill>
                <a:latin typeface="Consolas" panose="020B0609020204030204" pitchFamily="49" charset="0"/>
              </a:rPr>
              <a:t>new</a:t>
            </a:r>
            <a:r>
              <a:rPr lang="en-US" sz="1100" dirty="0">
                <a:solidFill>
                  <a:srgbClr val="000000"/>
                </a:solidFill>
                <a:latin typeface="Consolas" panose="020B0609020204030204" pitchFamily="49" charset="0"/>
              </a:rPr>
              <a:t> Order(</a:t>
            </a:r>
            <a:r>
              <a:rPr lang="en-US" sz="1100" i="1" dirty="0">
                <a:solidFill>
                  <a:srgbClr val="0000C0"/>
                </a:solidFill>
                <a:latin typeface="Consolas" panose="020B0609020204030204" pitchFamily="49" charset="0"/>
              </a:rPr>
              <a:t>TALISKER</a:t>
            </a:r>
            <a:r>
              <a:rPr lang="en-US" sz="1100" i="1" dirty="0">
                <a:solidFill>
                  <a:srgbClr val="000000"/>
                </a:solidFill>
                <a:latin typeface="Consolas" panose="020B0609020204030204" pitchFamily="49" charset="0"/>
              </a:rPr>
              <a:t>, 51);</a:t>
            </a:r>
          </a:p>
          <a:p>
            <a:r>
              <a:rPr lang="en-US" sz="1100" dirty="0">
                <a:solidFill>
                  <a:srgbClr val="000000"/>
                </a:solidFill>
                <a:latin typeface="Consolas" panose="020B0609020204030204" pitchFamily="49" charset="0"/>
              </a:rPr>
              <a:t>    </a:t>
            </a:r>
            <a:r>
              <a:rPr lang="en-US" sz="1100" dirty="0" err="1">
                <a:solidFill>
                  <a:srgbClr val="6A3E3E"/>
                </a:solidFill>
                <a:latin typeface="Consolas" panose="020B0609020204030204" pitchFamily="49" charset="0"/>
              </a:rPr>
              <a:t>order</a:t>
            </a:r>
            <a:r>
              <a:rPr lang="en-US" sz="1100" dirty="0" err="1">
                <a:solidFill>
                  <a:srgbClr val="000000"/>
                </a:solidFill>
                <a:latin typeface="Consolas" panose="020B0609020204030204" pitchFamily="49" charset="0"/>
              </a:rPr>
              <a:t>.fill</a:t>
            </a:r>
            <a:r>
              <a:rPr lang="en-US" sz="1100" dirty="0">
                <a:solidFill>
                  <a:srgbClr val="000000"/>
                </a:solidFill>
                <a:latin typeface="Consolas" panose="020B0609020204030204" pitchFamily="49" charset="0"/>
              </a:rPr>
              <a:t>(</a:t>
            </a:r>
            <a:r>
              <a:rPr lang="en-US" sz="1100" dirty="0">
                <a:solidFill>
                  <a:srgbClr val="0000C0"/>
                </a:solidFill>
                <a:latin typeface="Consolas" panose="020B0609020204030204" pitchFamily="49" charset="0"/>
              </a:rPr>
              <a:t>warehouse</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r>
              <a:rPr lang="en-US" sz="1100" i="1" dirty="0" err="1">
                <a:solidFill>
                  <a:srgbClr val="000000"/>
                </a:solidFill>
                <a:latin typeface="Consolas" panose="020B0609020204030204" pitchFamily="49" charset="0"/>
              </a:rPr>
              <a:t>assertFalse</a:t>
            </a:r>
            <a:r>
              <a:rPr lang="en-US" sz="1100" i="1" dirty="0">
                <a:solidFill>
                  <a:srgbClr val="000000"/>
                </a:solidFill>
                <a:latin typeface="Consolas" panose="020B0609020204030204" pitchFamily="49" charset="0"/>
              </a:rPr>
              <a:t>(</a:t>
            </a:r>
            <a:r>
              <a:rPr lang="en-US" sz="1100" i="1" dirty="0" err="1">
                <a:solidFill>
                  <a:srgbClr val="6A3E3E"/>
                </a:solidFill>
                <a:latin typeface="Consolas" panose="020B0609020204030204" pitchFamily="49" charset="0"/>
              </a:rPr>
              <a:t>order</a:t>
            </a:r>
            <a:r>
              <a:rPr lang="en-US" sz="1100" i="1" dirty="0" err="1">
                <a:solidFill>
                  <a:srgbClr val="000000"/>
                </a:solidFill>
                <a:latin typeface="Consolas" panose="020B0609020204030204" pitchFamily="49" charset="0"/>
              </a:rPr>
              <a:t>.isFilled</a:t>
            </a:r>
            <a:r>
              <a:rPr lang="en-US" sz="1100" i="1"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r>
              <a:rPr lang="en-US" sz="1100" i="1" dirty="0" err="1">
                <a:solidFill>
                  <a:srgbClr val="000000"/>
                </a:solidFill>
                <a:latin typeface="Consolas" panose="020B0609020204030204" pitchFamily="49" charset="0"/>
              </a:rPr>
              <a:t>assertEquals</a:t>
            </a:r>
            <a:r>
              <a:rPr lang="en-US" sz="1100" i="1" dirty="0">
                <a:solidFill>
                  <a:srgbClr val="000000"/>
                </a:solidFill>
                <a:latin typeface="Consolas" panose="020B0609020204030204" pitchFamily="49" charset="0"/>
              </a:rPr>
              <a:t>(50, </a:t>
            </a:r>
            <a:r>
              <a:rPr lang="en-US" sz="1100" i="1" dirty="0" err="1">
                <a:solidFill>
                  <a:srgbClr val="0000C0"/>
                </a:solidFill>
                <a:latin typeface="Consolas" panose="020B0609020204030204" pitchFamily="49" charset="0"/>
              </a:rPr>
              <a:t>warehouse</a:t>
            </a:r>
            <a:r>
              <a:rPr lang="en-US" sz="1100" i="1" dirty="0" err="1">
                <a:solidFill>
                  <a:srgbClr val="000000"/>
                </a:solidFill>
                <a:latin typeface="Consolas" panose="020B0609020204030204" pitchFamily="49" charset="0"/>
              </a:rPr>
              <a:t>.getInventory</a:t>
            </a:r>
            <a:r>
              <a:rPr lang="en-US" sz="1100" i="1" dirty="0">
                <a:solidFill>
                  <a:srgbClr val="000000"/>
                </a:solidFill>
                <a:latin typeface="Consolas" panose="020B0609020204030204" pitchFamily="49" charset="0"/>
              </a:rPr>
              <a:t>(</a:t>
            </a:r>
            <a:r>
              <a:rPr lang="en-US" sz="1100" i="1" dirty="0">
                <a:solidFill>
                  <a:srgbClr val="0000C0"/>
                </a:solidFill>
                <a:latin typeface="Consolas" panose="020B0609020204030204" pitchFamily="49" charset="0"/>
              </a:rPr>
              <a:t>TALISKER</a:t>
            </a:r>
            <a:r>
              <a:rPr lang="en-US" sz="1100" i="1"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p>
          <a:p>
            <a:r>
              <a:rPr lang="en-US" sz="1100" dirty="0">
                <a:solidFill>
                  <a:srgbClr val="000000"/>
                </a:solidFill>
                <a:latin typeface="Consolas" panose="020B0609020204030204" pitchFamily="49" charset="0"/>
              </a:rPr>
              <a:t>}</a:t>
            </a:r>
            <a:endParaRPr lang="en-US" sz="1100" dirty="0"/>
          </a:p>
        </p:txBody>
      </p:sp>
      <p:sp>
        <p:nvSpPr>
          <p:cNvPr id="8" name="TextBox 7">
            <a:extLst>
              <a:ext uri="{FF2B5EF4-FFF2-40B4-BE49-F238E27FC236}">
                <a16:creationId xmlns:a16="http://schemas.microsoft.com/office/drawing/2014/main" id="{F3BA943B-4FEE-4313-B0D2-7EB063E9CFAC}"/>
              </a:ext>
            </a:extLst>
          </p:cNvPr>
          <p:cNvSpPr txBox="1"/>
          <p:nvPr/>
        </p:nvSpPr>
        <p:spPr>
          <a:xfrm>
            <a:off x="249382" y="3695377"/>
            <a:ext cx="1873846" cy="646331"/>
          </a:xfrm>
          <a:prstGeom prst="rect">
            <a:avLst/>
          </a:prstGeom>
          <a:noFill/>
        </p:spPr>
        <p:txBody>
          <a:bodyPr wrap="none" rtlCol="0">
            <a:spAutoFit/>
          </a:bodyPr>
          <a:lstStyle/>
          <a:p>
            <a:r>
              <a:rPr lang="en-US" dirty="0"/>
              <a:t>verifying the </a:t>
            </a:r>
          </a:p>
          <a:p>
            <a:r>
              <a:rPr lang="en-US" dirty="0"/>
              <a:t>output (i.e., state)</a:t>
            </a:r>
          </a:p>
        </p:txBody>
      </p:sp>
      <p:cxnSp>
        <p:nvCxnSpPr>
          <p:cNvPr id="10" name="Straight Arrow Connector 9">
            <a:extLst>
              <a:ext uri="{FF2B5EF4-FFF2-40B4-BE49-F238E27FC236}">
                <a16:creationId xmlns:a16="http://schemas.microsoft.com/office/drawing/2014/main" id="{C9150986-9990-463E-9C40-E94B656AF636}"/>
              </a:ext>
            </a:extLst>
          </p:cNvPr>
          <p:cNvCxnSpPr>
            <a:cxnSpLocks/>
            <a:stCxn id="15" idx="3"/>
          </p:cNvCxnSpPr>
          <p:nvPr/>
        </p:nvCxnSpPr>
        <p:spPr>
          <a:xfrm>
            <a:off x="2069037" y="4052047"/>
            <a:ext cx="640912" cy="50665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710057FA-2F4C-416F-A63D-3F95CB745DDA}"/>
              </a:ext>
            </a:extLst>
          </p:cNvPr>
          <p:cNvCxnSpPr>
            <a:cxnSpLocks/>
          </p:cNvCxnSpPr>
          <p:nvPr/>
        </p:nvCxnSpPr>
        <p:spPr>
          <a:xfrm>
            <a:off x="2064959" y="4084839"/>
            <a:ext cx="619972" cy="68620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86049230-851D-4CCF-AEE1-2927D7C88709}"/>
              </a:ext>
            </a:extLst>
          </p:cNvPr>
          <p:cNvSpPr/>
          <p:nvPr/>
        </p:nvSpPr>
        <p:spPr>
          <a:xfrm>
            <a:off x="216131" y="3623422"/>
            <a:ext cx="1852906" cy="857250"/>
          </a:xfrm>
          <a:prstGeom prst="roundRect">
            <a:avLst/>
          </a:prstGeom>
          <a:noFill/>
          <a:ln w="254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97A1FE15-D54D-4DAA-B84E-11B6079F7FDE}"/>
              </a:ext>
            </a:extLst>
          </p:cNvPr>
          <p:cNvCxnSpPr>
            <a:cxnSpLocks/>
          </p:cNvCxnSpPr>
          <p:nvPr/>
        </p:nvCxnSpPr>
        <p:spPr>
          <a:xfrm flipV="1">
            <a:off x="2082703" y="3584948"/>
            <a:ext cx="627246" cy="46710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499D8119-CB9F-41A6-BD5A-6A75BBECC948}"/>
              </a:ext>
            </a:extLst>
          </p:cNvPr>
          <p:cNvCxnSpPr>
            <a:cxnSpLocks/>
          </p:cNvCxnSpPr>
          <p:nvPr/>
        </p:nvCxnSpPr>
        <p:spPr>
          <a:xfrm flipV="1">
            <a:off x="2082262" y="3401461"/>
            <a:ext cx="641353" cy="6306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3487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B3053-1F7B-47C3-92BE-1B12E160EEA9}"/>
              </a:ext>
            </a:extLst>
          </p:cNvPr>
          <p:cNvSpPr>
            <a:spLocks noGrp="1"/>
          </p:cNvSpPr>
          <p:nvPr>
            <p:ph type="title"/>
          </p:nvPr>
        </p:nvSpPr>
        <p:spPr/>
        <p:txBody>
          <a:bodyPr/>
          <a:lstStyle/>
          <a:p>
            <a:r>
              <a:rPr lang="en-US" dirty="0"/>
              <a:t>Behavior-based “Mock” testing</a:t>
            </a:r>
          </a:p>
        </p:txBody>
      </p:sp>
      <p:cxnSp>
        <p:nvCxnSpPr>
          <p:cNvPr id="10" name="Straight Arrow Connector 9">
            <a:extLst>
              <a:ext uri="{FF2B5EF4-FFF2-40B4-BE49-F238E27FC236}">
                <a16:creationId xmlns:a16="http://schemas.microsoft.com/office/drawing/2014/main" id="{EAEE17AE-43D8-4F85-93DC-7F0C4652D8CF}"/>
              </a:ext>
            </a:extLst>
          </p:cNvPr>
          <p:cNvCxnSpPr>
            <a:cxnSpLocks/>
          </p:cNvCxnSpPr>
          <p:nvPr/>
        </p:nvCxnSpPr>
        <p:spPr>
          <a:xfrm flipV="1">
            <a:off x="2064959" y="3334215"/>
            <a:ext cx="990475" cy="76559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A3A394CD-D301-4F82-ADFE-FC5EF4464290}"/>
              </a:ext>
            </a:extLst>
          </p:cNvPr>
          <p:cNvCxnSpPr>
            <a:cxnSpLocks/>
          </p:cNvCxnSpPr>
          <p:nvPr/>
        </p:nvCxnSpPr>
        <p:spPr>
          <a:xfrm flipV="1">
            <a:off x="2064959" y="3546944"/>
            <a:ext cx="1040656" cy="55287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420E5597-D772-4AF8-9953-269AB2A6FD39}"/>
              </a:ext>
            </a:extLst>
          </p:cNvPr>
          <p:cNvCxnSpPr>
            <a:cxnSpLocks/>
          </p:cNvCxnSpPr>
          <p:nvPr/>
        </p:nvCxnSpPr>
        <p:spPr>
          <a:xfrm>
            <a:off x="2064959" y="4099814"/>
            <a:ext cx="1040656" cy="47218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DB6DC1B2-6819-42AE-A3B6-2C32797AA492}"/>
              </a:ext>
            </a:extLst>
          </p:cNvPr>
          <p:cNvSpPr/>
          <p:nvPr/>
        </p:nvSpPr>
        <p:spPr>
          <a:xfrm>
            <a:off x="212053" y="3546944"/>
            <a:ext cx="1852906" cy="1466103"/>
          </a:xfrm>
          <a:prstGeom prst="roundRect">
            <a:avLst/>
          </a:prstGeom>
          <a:noFill/>
          <a:ln w="254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9A72312-794F-403A-A7CA-A98F17857014}"/>
              </a:ext>
            </a:extLst>
          </p:cNvPr>
          <p:cNvSpPr txBox="1"/>
          <p:nvPr/>
        </p:nvSpPr>
        <p:spPr>
          <a:xfrm>
            <a:off x="368971" y="3645754"/>
            <a:ext cx="1731821" cy="1200329"/>
          </a:xfrm>
          <a:prstGeom prst="rect">
            <a:avLst/>
          </a:prstGeom>
          <a:noFill/>
        </p:spPr>
        <p:txBody>
          <a:bodyPr wrap="none" rtlCol="0">
            <a:spAutoFit/>
          </a:bodyPr>
          <a:lstStyle/>
          <a:p>
            <a:r>
              <a:rPr lang="en-US" dirty="0"/>
              <a:t>verifying the </a:t>
            </a:r>
          </a:p>
          <a:p>
            <a:r>
              <a:rPr lang="en-US" b="1" u="sng" dirty="0"/>
              <a:t>interaction</a:t>
            </a:r>
            <a:r>
              <a:rPr lang="en-US" dirty="0"/>
              <a:t> with </a:t>
            </a:r>
          </a:p>
          <a:p>
            <a:r>
              <a:rPr lang="en-US" dirty="0"/>
              <a:t>“collaborator” </a:t>
            </a:r>
          </a:p>
          <a:p>
            <a:r>
              <a:rPr lang="en-US" dirty="0"/>
              <a:t>(i.e., behavior)</a:t>
            </a:r>
          </a:p>
        </p:txBody>
      </p:sp>
      <p:cxnSp>
        <p:nvCxnSpPr>
          <p:cNvPr id="14" name="Straight Arrow Connector 13">
            <a:extLst>
              <a:ext uri="{FF2B5EF4-FFF2-40B4-BE49-F238E27FC236}">
                <a16:creationId xmlns:a16="http://schemas.microsoft.com/office/drawing/2014/main" id="{644BBF38-2573-455D-BFB6-DDC06E0EDCA0}"/>
              </a:ext>
            </a:extLst>
          </p:cNvPr>
          <p:cNvCxnSpPr>
            <a:cxnSpLocks/>
          </p:cNvCxnSpPr>
          <p:nvPr/>
        </p:nvCxnSpPr>
        <p:spPr>
          <a:xfrm>
            <a:off x="2064959" y="4106608"/>
            <a:ext cx="1040656" cy="61593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041BECF5-DFBC-43A7-93AF-3DD5C14CC1A9}"/>
              </a:ext>
            </a:extLst>
          </p:cNvPr>
          <p:cNvSpPr txBox="1"/>
          <p:nvPr/>
        </p:nvSpPr>
        <p:spPr>
          <a:xfrm>
            <a:off x="2489686" y="960399"/>
            <a:ext cx="5333511" cy="4401205"/>
          </a:xfrm>
          <a:prstGeom prst="rect">
            <a:avLst/>
          </a:prstGeom>
          <a:noFill/>
        </p:spPr>
        <p:txBody>
          <a:bodyPr wrap="none" rtlCol="0">
            <a:spAutoFit/>
          </a:bodyPr>
          <a:lstStyle/>
          <a:p>
            <a:r>
              <a:rPr lang="en-US" sz="1000" dirty="0">
                <a:solidFill>
                  <a:srgbClr val="941EDF"/>
                </a:solidFill>
                <a:latin typeface="Consolas" panose="020B0609020204030204" pitchFamily="49" charset="0"/>
              </a:rPr>
              <a:t>public</a:t>
            </a: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class</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OrderMockTest</a:t>
            </a:r>
            <a:r>
              <a:rPr lang="en-US" sz="1000" dirty="0">
                <a:solidFill>
                  <a:srgbClr val="000000"/>
                </a:solidFill>
                <a:latin typeface="Consolas" panose="020B0609020204030204" pitchFamily="49" charset="0"/>
              </a:rPr>
              <a:t>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private</a:t>
            </a: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static</a:t>
            </a:r>
            <a:r>
              <a:rPr lang="en-US" sz="1000" dirty="0">
                <a:solidFill>
                  <a:srgbClr val="000000"/>
                </a:solidFill>
                <a:latin typeface="Consolas" panose="020B0609020204030204" pitchFamily="49" charset="0"/>
              </a:rPr>
              <a:t> String TALISKER = </a:t>
            </a:r>
            <a:r>
              <a:rPr lang="en-US" sz="1000" dirty="0">
                <a:solidFill>
                  <a:srgbClr val="00A000"/>
                </a:solidFill>
                <a:latin typeface="Consolas" panose="020B0609020204030204" pitchFamily="49" charset="0"/>
              </a:rPr>
              <a:t>"</a:t>
            </a:r>
            <a:r>
              <a:rPr lang="en-US" sz="1000" dirty="0" err="1">
                <a:solidFill>
                  <a:srgbClr val="00A000"/>
                </a:solidFill>
                <a:latin typeface="Consolas" panose="020B0609020204030204" pitchFamily="49" charset="0"/>
              </a:rPr>
              <a:t>Talisker</a:t>
            </a:r>
            <a:r>
              <a:rPr lang="en-US" sz="1000" dirty="0">
                <a:solidFill>
                  <a:srgbClr val="00A000"/>
                </a:solidFill>
                <a:latin typeface="Consolas" panose="020B0609020204030204" pitchFamily="49" charset="0"/>
              </a:rPr>
              <a:t>"</a:t>
            </a:r>
            <a:r>
              <a:rPr lang="en-US" sz="1000" dirty="0">
                <a:solidFill>
                  <a:srgbClr val="000000"/>
                </a:solidFill>
                <a:latin typeface="Consolas" panose="020B0609020204030204" pitchFamily="49" charset="0"/>
              </a:rPr>
              <a: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private</a:t>
            </a: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static</a:t>
            </a:r>
            <a:r>
              <a:rPr lang="en-US" sz="1000" dirty="0">
                <a:solidFill>
                  <a:srgbClr val="000000"/>
                </a:solidFill>
                <a:latin typeface="Consolas" panose="020B0609020204030204" pitchFamily="49" charset="0"/>
              </a:rPr>
              <a:t> String HIGHLAND_PARK = </a:t>
            </a:r>
            <a:r>
              <a:rPr lang="en-US" sz="1000" dirty="0">
                <a:solidFill>
                  <a:srgbClr val="00A000"/>
                </a:solidFill>
                <a:latin typeface="Consolas" panose="020B0609020204030204" pitchFamily="49" charset="0"/>
              </a:rPr>
              <a:t>"Highland Park"</a:t>
            </a:r>
            <a:r>
              <a:rPr lang="en-US" sz="1000" dirty="0">
                <a:solidFill>
                  <a:srgbClr val="000000"/>
                </a:solidFill>
                <a:latin typeface="Consolas" panose="020B0609020204030204" pitchFamily="49" charset="0"/>
              </a:rPr>
              <a: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private</a:t>
            </a:r>
            <a:r>
              <a:rPr lang="en-US" sz="1000" dirty="0">
                <a:solidFill>
                  <a:srgbClr val="000000"/>
                </a:solidFill>
                <a:latin typeface="Consolas" panose="020B0609020204030204" pitchFamily="49" charset="0"/>
              </a:rPr>
              <a:t> Warehouse </a:t>
            </a:r>
            <a:r>
              <a:rPr lang="en-US" sz="1000" dirty="0" err="1">
                <a:solidFill>
                  <a:srgbClr val="000000"/>
                </a:solidFill>
                <a:latin typeface="Consolas" panose="020B0609020204030204" pitchFamily="49" charset="0"/>
              </a:rPr>
              <a:t>warehouseMock</a:t>
            </a:r>
            <a:r>
              <a:rPr lang="en-US" sz="1000" dirty="0">
                <a:solidFill>
                  <a:srgbClr val="000000"/>
                </a:solidFill>
                <a:latin typeface="Consolas" panose="020B0609020204030204" pitchFamily="49" charset="0"/>
              </a:rPr>
              <a: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@BeforeEach</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public</a:t>
            </a: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void</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setUp</a:t>
            </a: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throws</a:t>
            </a:r>
            <a:r>
              <a:rPr lang="en-US" sz="1000" dirty="0">
                <a:solidFill>
                  <a:srgbClr val="000000"/>
                </a:solidFill>
                <a:latin typeface="Consolas" panose="020B0609020204030204" pitchFamily="49" charset="0"/>
              </a:rPr>
              <a:t> Exception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warehouseMock</a:t>
            </a:r>
            <a:r>
              <a:rPr lang="en-US" sz="1000" dirty="0">
                <a:solidFill>
                  <a:srgbClr val="000000"/>
                </a:solidFill>
                <a:latin typeface="Consolas" panose="020B0609020204030204" pitchFamily="49" charset="0"/>
              </a:rPr>
              <a:t> = mock(</a:t>
            </a:r>
            <a:r>
              <a:rPr lang="en-US" sz="1000" dirty="0" err="1">
                <a:solidFill>
                  <a:srgbClr val="000000"/>
                </a:solidFill>
                <a:latin typeface="Consolas" panose="020B0609020204030204" pitchFamily="49" charset="0"/>
              </a:rPr>
              <a:t>WarehouseImpl.</a:t>
            </a:r>
            <a:r>
              <a:rPr lang="en-US" sz="1000" dirty="0" err="1">
                <a:solidFill>
                  <a:srgbClr val="941EDF"/>
                </a:solidFill>
                <a:latin typeface="Consolas" panose="020B0609020204030204" pitchFamily="49" charset="0"/>
              </a:rPr>
              <a:t>class</a:t>
            </a:r>
            <a:r>
              <a:rPr lang="en-US" sz="1000" dirty="0">
                <a:solidFill>
                  <a:srgbClr val="000000"/>
                </a:solidFill>
                <a:latin typeface="Consolas" panose="020B0609020204030204" pitchFamily="49" charset="0"/>
              </a:rPr>
              <a: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warehouseMock.add</a:t>
            </a:r>
            <a:r>
              <a:rPr lang="en-US" sz="1000" dirty="0">
                <a:solidFill>
                  <a:srgbClr val="000000"/>
                </a:solidFill>
                <a:latin typeface="Consolas" panose="020B0609020204030204" pitchFamily="49" charset="0"/>
              </a:rPr>
              <a:t>(TALISKER, 50);</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warehouseMock.add</a:t>
            </a:r>
            <a:r>
              <a:rPr lang="en-US" sz="1000" dirty="0">
                <a:solidFill>
                  <a:srgbClr val="000000"/>
                </a:solidFill>
                <a:latin typeface="Consolas" panose="020B0609020204030204" pitchFamily="49" charset="0"/>
              </a:rPr>
              <a:t>(HIGHLAND_PARK, 25);</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@Test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public</a:t>
            </a: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void</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testOrderFilledCallsInventoryAndRemove</a:t>
            </a:r>
            <a:r>
              <a:rPr lang="en-US" sz="1000" dirty="0">
                <a:solidFill>
                  <a:srgbClr val="000000"/>
                </a:solidFill>
                <a:latin typeface="Consolas" panose="020B0609020204030204" pitchFamily="49" charset="0"/>
              </a:rPr>
              <a:t>()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when(</a:t>
            </a:r>
            <a:r>
              <a:rPr lang="en-US" sz="1000" dirty="0" err="1">
                <a:solidFill>
                  <a:srgbClr val="000000"/>
                </a:solidFill>
                <a:latin typeface="Consolas" panose="020B0609020204030204" pitchFamily="49" charset="0"/>
              </a:rPr>
              <a:t>warehouseMock.hasInventory</a:t>
            </a:r>
            <a:r>
              <a:rPr lang="en-US" sz="1000" dirty="0">
                <a:solidFill>
                  <a:srgbClr val="000000"/>
                </a:solidFill>
                <a:latin typeface="Consolas" panose="020B0609020204030204" pitchFamily="49" charset="0"/>
              </a:rPr>
              <a:t>(TALISKER, 50)).</a:t>
            </a:r>
            <a:r>
              <a:rPr lang="en-US" sz="1000" dirty="0" err="1">
                <a:solidFill>
                  <a:srgbClr val="000000"/>
                </a:solidFill>
                <a:latin typeface="Consolas" panose="020B0609020204030204" pitchFamily="49" charset="0"/>
              </a:rPr>
              <a:t>thenReturn</a:t>
            </a:r>
            <a:r>
              <a:rPr lang="en-US" sz="1000" dirty="0">
                <a:solidFill>
                  <a:srgbClr val="000000"/>
                </a:solidFill>
                <a:latin typeface="Consolas" panose="020B0609020204030204" pitchFamily="49" charset="0"/>
              </a:rPr>
              <a:t>(</a:t>
            </a:r>
            <a:r>
              <a:rPr lang="en-US" sz="1000" dirty="0">
                <a:solidFill>
                  <a:srgbClr val="941EDF"/>
                </a:solidFill>
                <a:latin typeface="Consolas" panose="020B0609020204030204" pitchFamily="49" charset="0"/>
              </a:rPr>
              <a:t>true</a:t>
            </a:r>
            <a:r>
              <a:rPr lang="en-US" sz="1000" dirty="0">
                <a:solidFill>
                  <a:srgbClr val="000000"/>
                </a:solidFill>
                <a:latin typeface="Consolas" panose="020B0609020204030204" pitchFamily="49" charset="0"/>
              </a:rPr>
              <a: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Order </a:t>
            </a:r>
            <a:r>
              <a:rPr lang="en-US" sz="1000" dirty="0" err="1">
                <a:solidFill>
                  <a:srgbClr val="000000"/>
                </a:solidFill>
                <a:latin typeface="Consolas" panose="020B0609020204030204" pitchFamily="49" charset="0"/>
              </a:rPr>
              <a:t>order</a:t>
            </a:r>
            <a:r>
              <a:rPr lang="en-US" sz="1000" dirty="0">
                <a:solidFill>
                  <a:srgbClr val="000000"/>
                </a:solidFill>
                <a:latin typeface="Consolas" panose="020B0609020204030204" pitchFamily="49" charset="0"/>
              </a:rPr>
              <a:t> = </a:t>
            </a:r>
            <a:r>
              <a:rPr lang="en-US" sz="1000" dirty="0">
                <a:solidFill>
                  <a:srgbClr val="941EDF"/>
                </a:solidFill>
                <a:latin typeface="Consolas" panose="020B0609020204030204" pitchFamily="49" charset="0"/>
              </a:rPr>
              <a:t>new</a:t>
            </a:r>
            <a:r>
              <a:rPr lang="en-US" sz="1000" dirty="0">
                <a:solidFill>
                  <a:srgbClr val="000000"/>
                </a:solidFill>
                <a:latin typeface="Consolas" panose="020B0609020204030204" pitchFamily="49" charset="0"/>
              </a:rPr>
              <a:t> Order(TALISKER, 50);</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order.fill</a:t>
            </a:r>
            <a:r>
              <a:rPr lang="en-US" sz="1000" dirty="0">
                <a:solidFill>
                  <a:srgbClr val="000000"/>
                </a:solidFill>
                <a:latin typeface="Consolas" panose="020B0609020204030204" pitchFamily="49" charset="0"/>
              </a:rPr>
              <a:t>(</a:t>
            </a:r>
            <a:r>
              <a:rPr lang="en-US" sz="1000" dirty="0" err="1">
                <a:solidFill>
                  <a:srgbClr val="000000"/>
                </a:solidFill>
                <a:latin typeface="Consolas" panose="020B0609020204030204" pitchFamily="49" charset="0"/>
              </a:rPr>
              <a:t>warehouseMock</a:t>
            </a:r>
            <a:r>
              <a:rPr lang="en-US" sz="1000" dirty="0">
                <a:solidFill>
                  <a:srgbClr val="000000"/>
                </a:solidFill>
                <a:latin typeface="Consolas" panose="020B0609020204030204" pitchFamily="49" charset="0"/>
              </a:rPr>
              <a: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verify(</a:t>
            </a:r>
            <a:r>
              <a:rPr lang="en-US" sz="1000" dirty="0" err="1">
                <a:solidFill>
                  <a:srgbClr val="000000"/>
                </a:solidFill>
                <a:latin typeface="Consolas" panose="020B0609020204030204" pitchFamily="49" charset="0"/>
              </a:rPr>
              <a:t>warehouseMock</a:t>
            </a:r>
            <a:r>
              <a:rPr lang="en-US" sz="1000" dirty="0">
                <a:solidFill>
                  <a:srgbClr val="000000"/>
                </a:solidFill>
                <a:latin typeface="Consolas" panose="020B0609020204030204" pitchFamily="49" charset="0"/>
              </a:rPr>
              <a:t>, times(1)).</a:t>
            </a:r>
            <a:r>
              <a:rPr lang="en-US" sz="1000" dirty="0" err="1">
                <a:solidFill>
                  <a:srgbClr val="000000"/>
                </a:solidFill>
                <a:latin typeface="Consolas" panose="020B0609020204030204" pitchFamily="49" charset="0"/>
              </a:rPr>
              <a:t>hasInventory</a:t>
            </a:r>
            <a:r>
              <a:rPr lang="en-US" sz="1000" dirty="0">
                <a:solidFill>
                  <a:srgbClr val="000000"/>
                </a:solidFill>
                <a:latin typeface="Consolas" panose="020B0609020204030204" pitchFamily="49" charset="0"/>
              </a:rPr>
              <a:t>(TALISKER, 50);</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verify(</a:t>
            </a:r>
            <a:r>
              <a:rPr lang="en-US" sz="1000" dirty="0" err="1">
                <a:solidFill>
                  <a:srgbClr val="000000"/>
                </a:solidFill>
                <a:latin typeface="Consolas" panose="020B0609020204030204" pitchFamily="49" charset="0"/>
              </a:rPr>
              <a:t>warehouseMock</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atLeast</a:t>
            </a:r>
            <a:r>
              <a:rPr lang="en-US" sz="1000" dirty="0">
                <a:solidFill>
                  <a:srgbClr val="000000"/>
                </a:solidFill>
                <a:latin typeface="Consolas" panose="020B0609020204030204" pitchFamily="49" charset="0"/>
              </a:rPr>
              <a:t>(1)).remove(TALISKER, 50);</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@Test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public</a:t>
            </a:r>
            <a:r>
              <a:rPr lang="en-US" sz="1000" dirty="0">
                <a:solidFill>
                  <a:srgbClr val="000000"/>
                </a:solidFill>
                <a:latin typeface="Consolas" panose="020B0609020204030204" pitchFamily="49" charset="0"/>
              </a:rPr>
              <a:t> </a:t>
            </a:r>
            <a:r>
              <a:rPr lang="en-US" sz="1000" dirty="0">
                <a:solidFill>
                  <a:srgbClr val="941EDF"/>
                </a:solidFill>
                <a:latin typeface="Consolas" panose="020B0609020204030204" pitchFamily="49" charset="0"/>
              </a:rPr>
              <a:t>void</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testOrderNotFilledCallsOnlyhasInventory</a:t>
            </a:r>
            <a:r>
              <a:rPr lang="en-US" sz="1000" dirty="0">
                <a:solidFill>
                  <a:srgbClr val="000000"/>
                </a:solidFill>
                <a:latin typeface="Consolas" panose="020B0609020204030204" pitchFamily="49" charset="0"/>
              </a:rPr>
              <a:t>()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when(</a:t>
            </a:r>
            <a:r>
              <a:rPr lang="en-US" sz="1000" dirty="0" err="1">
                <a:solidFill>
                  <a:srgbClr val="000000"/>
                </a:solidFill>
                <a:latin typeface="Consolas" panose="020B0609020204030204" pitchFamily="49" charset="0"/>
              </a:rPr>
              <a:t>warehouseMock.hasInventory</a:t>
            </a:r>
            <a:r>
              <a:rPr lang="en-US" sz="1000" dirty="0">
                <a:solidFill>
                  <a:srgbClr val="000000"/>
                </a:solidFill>
                <a:latin typeface="Consolas" panose="020B0609020204030204" pitchFamily="49" charset="0"/>
              </a:rPr>
              <a:t>(TALISKER, 51)).</a:t>
            </a:r>
            <a:r>
              <a:rPr lang="en-US" sz="1000" dirty="0" err="1">
                <a:solidFill>
                  <a:srgbClr val="000000"/>
                </a:solidFill>
                <a:latin typeface="Consolas" panose="020B0609020204030204" pitchFamily="49" charset="0"/>
              </a:rPr>
              <a:t>thenReturn</a:t>
            </a:r>
            <a:r>
              <a:rPr lang="en-US" sz="1000" dirty="0">
                <a:solidFill>
                  <a:srgbClr val="000000"/>
                </a:solidFill>
                <a:latin typeface="Consolas" panose="020B0609020204030204" pitchFamily="49" charset="0"/>
              </a:rPr>
              <a:t>(</a:t>
            </a:r>
            <a:r>
              <a:rPr lang="en-US" sz="1000" dirty="0">
                <a:solidFill>
                  <a:srgbClr val="941EDF"/>
                </a:solidFill>
                <a:latin typeface="Consolas" panose="020B0609020204030204" pitchFamily="49" charset="0"/>
              </a:rPr>
              <a:t>false</a:t>
            </a:r>
            <a:r>
              <a:rPr lang="en-US" sz="1000" dirty="0">
                <a:solidFill>
                  <a:srgbClr val="000000"/>
                </a:solidFill>
                <a:latin typeface="Consolas" panose="020B0609020204030204" pitchFamily="49" charset="0"/>
              </a:rPr>
              <a: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Order </a:t>
            </a:r>
            <a:r>
              <a:rPr lang="en-US" sz="1000" dirty="0" err="1">
                <a:solidFill>
                  <a:srgbClr val="000000"/>
                </a:solidFill>
                <a:latin typeface="Consolas" panose="020B0609020204030204" pitchFamily="49" charset="0"/>
              </a:rPr>
              <a:t>order</a:t>
            </a:r>
            <a:r>
              <a:rPr lang="en-US" sz="1000" dirty="0">
                <a:solidFill>
                  <a:srgbClr val="000000"/>
                </a:solidFill>
                <a:latin typeface="Consolas" panose="020B0609020204030204" pitchFamily="49" charset="0"/>
              </a:rPr>
              <a:t> = </a:t>
            </a:r>
            <a:r>
              <a:rPr lang="en-US" sz="1000" dirty="0">
                <a:solidFill>
                  <a:srgbClr val="941EDF"/>
                </a:solidFill>
                <a:latin typeface="Consolas" panose="020B0609020204030204" pitchFamily="49" charset="0"/>
              </a:rPr>
              <a:t>new</a:t>
            </a:r>
            <a:r>
              <a:rPr lang="en-US" sz="1000" dirty="0">
                <a:solidFill>
                  <a:srgbClr val="000000"/>
                </a:solidFill>
                <a:latin typeface="Consolas" panose="020B0609020204030204" pitchFamily="49" charset="0"/>
              </a:rPr>
              <a:t> Order(TALISKER, 51);</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order.fill</a:t>
            </a:r>
            <a:r>
              <a:rPr lang="en-US" sz="1000" dirty="0">
                <a:solidFill>
                  <a:srgbClr val="000000"/>
                </a:solidFill>
                <a:latin typeface="Consolas" panose="020B0609020204030204" pitchFamily="49" charset="0"/>
              </a:rPr>
              <a:t>(</a:t>
            </a:r>
            <a:r>
              <a:rPr lang="en-US" sz="1000" dirty="0" err="1">
                <a:solidFill>
                  <a:srgbClr val="000000"/>
                </a:solidFill>
                <a:latin typeface="Consolas" panose="020B0609020204030204" pitchFamily="49" charset="0"/>
              </a:rPr>
              <a:t>warehouseMock</a:t>
            </a:r>
            <a:r>
              <a:rPr lang="en-US" sz="1000" dirty="0">
                <a:solidFill>
                  <a:srgbClr val="000000"/>
                </a:solidFill>
                <a:latin typeface="Consolas" panose="020B0609020204030204" pitchFamily="49" charset="0"/>
              </a:rPr>
              <a: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verify(</a:t>
            </a:r>
            <a:r>
              <a:rPr lang="en-US" sz="1000" dirty="0" err="1">
                <a:solidFill>
                  <a:srgbClr val="000000"/>
                </a:solidFill>
                <a:latin typeface="Consolas" panose="020B0609020204030204" pitchFamily="49" charset="0"/>
              </a:rPr>
              <a:t>warehouseMock</a:t>
            </a:r>
            <a:r>
              <a:rPr lang="en-US" sz="1000" dirty="0">
                <a:solidFill>
                  <a:srgbClr val="000000"/>
                </a:solidFill>
                <a:latin typeface="Consolas" panose="020B0609020204030204" pitchFamily="49" charset="0"/>
              </a:rPr>
              <a:t>, times(1)).</a:t>
            </a:r>
            <a:r>
              <a:rPr lang="en-US" sz="1000" dirty="0" err="1">
                <a:solidFill>
                  <a:srgbClr val="000000"/>
                </a:solidFill>
                <a:latin typeface="Consolas" panose="020B0609020204030204" pitchFamily="49" charset="0"/>
              </a:rPr>
              <a:t>hasInventory</a:t>
            </a:r>
            <a:r>
              <a:rPr lang="en-US" sz="1000" dirty="0">
                <a:solidFill>
                  <a:srgbClr val="000000"/>
                </a:solidFill>
                <a:latin typeface="Consolas" panose="020B0609020204030204" pitchFamily="49" charset="0"/>
              </a:rPr>
              <a:t>(TALISKER, 51);</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verify(</a:t>
            </a:r>
            <a:r>
              <a:rPr lang="en-US" sz="1000" dirty="0" err="1">
                <a:solidFill>
                  <a:srgbClr val="000000"/>
                </a:solidFill>
                <a:latin typeface="Consolas" panose="020B0609020204030204" pitchFamily="49" charset="0"/>
              </a:rPr>
              <a:t>warehouseMock</a:t>
            </a:r>
            <a:r>
              <a:rPr lang="en-US" sz="1000" dirty="0">
                <a:solidFill>
                  <a:srgbClr val="000000"/>
                </a:solidFill>
                <a:latin typeface="Consolas" panose="020B0609020204030204" pitchFamily="49" charset="0"/>
              </a:rPr>
              <a:t>, never()).remove(</a:t>
            </a:r>
            <a:r>
              <a:rPr lang="en-US" sz="1000" dirty="0" err="1">
                <a:solidFill>
                  <a:srgbClr val="000000"/>
                </a:solidFill>
                <a:latin typeface="Consolas" panose="020B0609020204030204" pitchFamily="49" charset="0"/>
              </a:rPr>
              <a:t>anyString</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anyInt</a:t>
            </a:r>
            <a:r>
              <a:rPr lang="en-US" sz="1000" dirty="0">
                <a:solidFill>
                  <a:srgbClr val="000000"/>
                </a:solidFill>
                <a:latin typeface="Consolas" panose="020B0609020204030204" pitchFamily="49" charset="0"/>
              </a:rPr>
              <a:t>());</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a:t>
            </a:r>
            <a:br>
              <a:rPr lang="en-US" sz="1000" dirty="0">
                <a:solidFill>
                  <a:srgbClr val="000000"/>
                </a:solidFill>
                <a:latin typeface="Consolas" panose="020B0609020204030204" pitchFamily="49" charset="0"/>
              </a:rPr>
            </a:br>
            <a:endParaRPr lang="en-US" sz="1000" dirty="0">
              <a:latin typeface="Consolas" panose="020B0609020204030204" pitchFamily="49" charset="0"/>
            </a:endParaRPr>
          </a:p>
        </p:txBody>
      </p:sp>
    </p:spTree>
    <p:extLst>
      <p:ext uri="{BB962C8B-B14F-4D97-AF65-F5344CB8AC3E}">
        <p14:creationId xmlns:p14="http://schemas.microsoft.com/office/powerpoint/2010/main" val="7581653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B3053-1F7B-47C3-92BE-1B12E160EEA9}"/>
              </a:ext>
            </a:extLst>
          </p:cNvPr>
          <p:cNvSpPr>
            <a:spLocks noGrp="1"/>
          </p:cNvSpPr>
          <p:nvPr>
            <p:ph type="title"/>
          </p:nvPr>
        </p:nvSpPr>
        <p:spPr/>
        <p:txBody>
          <a:bodyPr/>
          <a:lstStyle/>
          <a:p>
            <a:r>
              <a:rPr lang="en-US" dirty="0"/>
              <a:t>Behavior-based “Mock” testing</a:t>
            </a:r>
          </a:p>
        </p:txBody>
      </p:sp>
      <p:sp>
        <p:nvSpPr>
          <p:cNvPr id="5" name="Rectangle 4">
            <a:extLst>
              <a:ext uri="{FF2B5EF4-FFF2-40B4-BE49-F238E27FC236}">
                <a16:creationId xmlns:a16="http://schemas.microsoft.com/office/drawing/2014/main" id="{2AE3E996-01FC-4793-9618-B2D2120C7912}"/>
              </a:ext>
            </a:extLst>
          </p:cNvPr>
          <p:cNvSpPr/>
          <p:nvPr/>
        </p:nvSpPr>
        <p:spPr>
          <a:xfrm>
            <a:off x="2320449" y="911225"/>
            <a:ext cx="6190390" cy="4555093"/>
          </a:xfrm>
          <a:prstGeom prst="rect">
            <a:avLst/>
          </a:prstGeom>
        </p:spPr>
        <p:txBody>
          <a:bodyPr wrap="square">
            <a:spAutoFit/>
          </a:bodyPr>
          <a:lstStyle/>
          <a:p>
            <a:r>
              <a:rPr lang="en-US" sz="1000" dirty="0">
                <a:solidFill>
                  <a:srgbClr val="7F0055"/>
                </a:solidFill>
                <a:latin typeface="Consolas" panose="020B0609020204030204" pitchFamily="49" charset="0"/>
              </a:rPr>
              <a:t>public</a:t>
            </a: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class</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OrderMockTest</a:t>
            </a:r>
            <a:r>
              <a:rPr lang="en-US" sz="1000" dirty="0">
                <a:solidFill>
                  <a:srgbClr val="000000"/>
                </a:solidFill>
                <a:latin typeface="Consolas" panose="020B0609020204030204" pitchFamily="49" charset="0"/>
              </a:rPr>
              <a:t> {</a:t>
            </a:r>
          </a:p>
          <a:p>
            <a:r>
              <a:rPr lang="en-US" sz="1000" dirty="0">
                <a:solidFill>
                  <a:srgbClr val="7F0055"/>
                </a:solidFill>
                <a:latin typeface="Consolas" panose="020B0609020204030204" pitchFamily="49" charset="0"/>
              </a:rPr>
              <a:t>  private</a:t>
            </a: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static</a:t>
            </a:r>
            <a:r>
              <a:rPr lang="en-US" sz="1000" dirty="0">
                <a:solidFill>
                  <a:srgbClr val="000000"/>
                </a:solidFill>
                <a:latin typeface="Consolas" panose="020B0609020204030204" pitchFamily="49" charset="0"/>
              </a:rPr>
              <a:t> String </a:t>
            </a:r>
            <a:r>
              <a:rPr lang="en-US" sz="1000" i="1" dirty="0">
                <a:solidFill>
                  <a:srgbClr val="0000C0"/>
                </a:solidFill>
                <a:latin typeface="Consolas" panose="020B0609020204030204" pitchFamily="49" charset="0"/>
              </a:rPr>
              <a:t>TALISKER</a:t>
            </a:r>
            <a:r>
              <a:rPr lang="en-US" sz="1000" i="1" dirty="0">
                <a:solidFill>
                  <a:srgbClr val="000000"/>
                </a:solidFill>
                <a:latin typeface="Consolas" panose="020B0609020204030204" pitchFamily="49" charset="0"/>
              </a:rPr>
              <a:t> = </a:t>
            </a:r>
            <a:r>
              <a:rPr lang="en-US" sz="1000" i="1" dirty="0">
                <a:solidFill>
                  <a:srgbClr val="2A00FF"/>
                </a:solidFill>
                <a:latin typeface="Consolas" panose="020B0609020204030204" pitchFamily="49" charset="0"/>
              </a:rPr>
              <a:t>"</a:t>
            </a:r>
            <a:r>
              <a:rPr lang="en-US" sz="1000" i="1" dirty="0" err="1">
                <a:solidFill>
                  <a:srgbClr val="2A00FF"/>
                </a:solidFill>
                <a:latin typeface="Consolas" panose="020B0609020204030204" pitchFamily="49" charset="0"/>
              </a:rPr>
              <a:t>Talisker</a:t>
            </a:r>
            <a:r>
              <a:rPr lang="en-US" sz="1000" i="1" dirty="0">
                <a:solidFill>
                  <a:srgbClr val="2A00FF"/>
                </a:solidFill>
                <a:latin typeface="Consolas" panose="020B0609020204030204" pitchFamily="49" charset="0"/>
              </a:rPr>
              <a:t>"</a:t>
            </a:r>
            <a:r>
              <a:rPr lang="en-US" sz="1000" i="1" dirty="0">
                <a:solidFill>
                  <a:srgbClr val="000000"/>
                </a:solidFill>
                <a:latin typeface="Consolas" panose="020B0609020204030204" pitchFamily="49" charset="0"/>
              </a:rPr>
              <a:t>;</a:t>
            </a:r>
          </a:p>
          <a:p>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private</a:t>
            </a: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static</a:t>
            </a:r>
            <a:r>
              <a:rPr lang="en-US" sz="1000" dirty="0">
                <a:solidFill>
                  <a:srgbClr val="000000"/>
                </a:solidFill>
                <a:latin typeface="Consolas" panose="020B0609020204030204" pitchFamily="49" charset="0"/>
              </a:rPr>
              <a:t> String </a:t>
            </a:r>
            <a:r>
              <a:rPr lang="en-US" sz="1000" i="1" dirty="0">
                <a:solidFill>
                  <a:srgbClr val="0000C0"/>
                </a:solidFill>
                <a:latin typeface="Consolas" panose="020B0609020204030204" pitchFamily="49" charset="0"/>
              </a:rPr>
              <a:t>HIGHLAND_PARK</a:t>
            </a:r>
            <a:r>
              <a:rPr lang="en-US" sz="1000" i="1" dirty="0">
                <a:solidFill>
                  <a:srgbClr val="000000"/>
                </a:solidFill>
                <a:latin typeface="Consolas" panose="020B0609020204030204" pitchFamily="49" charset="0"/>
              </a:rPr>
              <a:t> = </a:t>
            </a:r>
            <a:r>
              <a:rPr lang="en-US" sz="1000" i="1" dirty="0">
                <a:solidFill>
                  <a:srgbClr val="2A00FF"/>
                </a:solidFill>
                <a:latin typeface="Consolas" panose="020B0609020204030204" pitchFamily="49" charset="0"/>
              </a:rPr>
              <a:t>"Highland Park"</a:t>
            </a:r>
            <a:r>
              <a:rPr lang="en-US" sz="1000" i="1" dirty="0">
                <a:solidFill>
                  <a:srgbClr val="000000"/>
                </a:solidFill>
                <a:latin typeface="Consolas" panose="020B0609020204030204" pitchFamily="49" charset="0"/>
              </a:rPr>
              <a:t>;</a:t>
            </a:r>
          </a:p>
          <a:p>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private</a:t>
            </a:r>
            <a:r>
              <a:rPr lang="en-US" sz="1000" dirty="0">
                <a:solidFill>
                  <a:srgbClr val="000000"/>
                </a:solidFill>
                <a:latin typeface="Consolas" panose="020B0609020204030204" pitchFamily="49" charset="0"/>
              </a:rPr>
              <a:t> Warehouse </a:t>
            </a:r>
            <a:r>
              <a:rPr lang="en-US" sz="1000" dirty="0" err="1">
                <a:solidFill>
                  <a:srgbClr val="0000C0"/>
                </a:solidFill>
                <a:latin typeface="Consolas" panose="020B0609020204030204" pitchFamily="49" charset="0"/>
              </a:rPr>
              <a:t>warehouseMock</a:t>
            </a:r>
            <a:r>
              <a:rPr lang="en-US" sz="1000" dirty="0">
                <a:solidFill>
                  <a:srgbClr val="000000"/>
                </a:solidFill>
                <a:latin typeface="Consolas" panose="020B0609020204030204" pitchFamily="49" charset="0"/>
              </a:rPr>
              <a:t>;</a:t>
            </a:r>
          </a:p>
          <a:p>
            <a:r>
              <a:rPr lang="en-US" sz="1000" dirty="0">
                <a:solidFill>
                  <a:srgbClr val="000000"/>
                </a:solidFill>
                <a:latin typeface="Consolas" panose="020B0609020204030204" pitchFamily="49" charset="0"/>
              </a:rPr>
              <a:t>  </a:t>
            </a:r>
            <a:r>
              <a:rPr lang="en-US" sz="1000" dirty="0">
                <a:solidFill>
                  <a:srgbClr val="646464"/>
                </a:solidFill>
                <a:latin typeface="Consolas" panose="020B0609020204030204" pitchFamily="49" charset="0"/>
              </a:rPr>
              <a:t>@</a:t>
            </a:r>
            <a:r>
              <a:rPr lang="en-US" sz="1000" dirty="0" err="1">
                <a:solidFill>
                  <a:srgbClr val="646464"/>
                </a:solidFill>
                <a:latin typeface="Consolas" panose="020B0609020204030204" pitchFamily="49" charset="0"/>
              </a:rPr>
              <a:t>BeforeEach</a:t>
            </a:r>
            <a:endParaRPr lang="en-US" sz="1000" dirty="0">
              <a:solidFill>
                <a:srgbClr val="646464"/>
              </a:solidFill>
              <a:latin typeface="Consolas" panose="020B0609020204030204" pitchFamily="49" charset="0"/>
            </a:endParaRPr>
          </a:p>
          <a:p>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public</a:t>
            </a: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void</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setUp</a:t>
            </a: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throws</a:t>
            </a:r>
            <a:r>
              <a:rPr lang="en-US" sz="1000" dirty="0">
                <a:solidFill>
                  <a:srgbClr val="000000"/>
                </a:solidFill>
                <a:latin typeface="Consolas" panose="020B0609020204030204" pitchFamily="49" charset="0"/>
              </a:rPr>
              <a:t> Exception {</a:t>
            </a:r>
          </a:p>
          <a:p>
            <a:r>
              <a:rPr lang="en-US" sz="1000" dirty="0">
                <a:solidFill>
                  <a:srgbClr val="000000"/>
                </a:solidFill>
                <a:latin typeface="Consolas" panose="020B0609020204030204" pitchFamily="49" charset="0"/>
              </a:rPr>
              <a:t>    </a:t>
            </a:r>
            <a:r>
              <a:rPr lang="en-US" sz="1000" dirty="0" err="1">
                <a:solidFill>
                  <a:srgbClr val="0000C0"/>
                </a:solidFill>
                <a:latin typeface="Consolas" panose="020B0609020204030204" pitchFamily="49" charset="0"/>
              </a:rPr>
              <a:t>warehouseMock</a:t>
            </a:r>
            <a:r>
              <a:rPr lang="en-US" sz="1000" dirty="0">
                <a:solidFill>
                  <a:srgbClr val="000000"/>
                </a:solidFill>
                <a:latin typeface="Consolas" panose="020B0609020204030204" pitchFamily="49" charset="0"/>
              </a:rPr>
              <a:t> = </a:t>
            </a:r>
            <a:r>
              <a:rPr lang="en-US" sz="1000" i="1" dirty="0">
                <a:solidFill>
                  <a:srgbClr val="000000"/>
                </a:solidFill>
                <a:latin typeface="Consolas" panose="020B0609020204030204" pitchFamily="49" charset="0"/>
              </a:rPr>
              <a:t>mock(</a:t>
            </a:r>
            <a:r>
              <a:rPr lang="en-US" sz="1000" i="1" dirty="0" err="1">
                <a:solidFill>
                  <a:srgbClr val="000000"/>
                </a:solidFill>
                <a:latin typeface="Consolas" panose="020B0609020204030204" pitchFamily="49" charset="0"/>
              </a:rPr>
              <a:t>WarehouseImpl.</a:t>
            </a:r>
            <a:r>
              <a:rPr lang="en-US" sz="1000" i="1" dirty="0" err="1">
                <a:solidFill>
                  <a:srgbClr val="7F0055"/>
                </a:solidFill>
                <a:latin typeface="Consolas" panose="020B0609020204030204" pitchFamily="49" charset="0"/>
              </a:rPr>
              <a:t>class</a:t>
            </a:r>
            <a:r>
              <a:rPr lang="en-US" sz="1000" i="1" dirty="0">
                <a:solidFill>
                  <a:srgbClr val="000000"/>
                </a:solidFill>
                <a:latin typeface="Consolas" panose="020B0609020204030204" pitchFamily="49" charset="0"/>
              </a:rPr>
              <a:t>);</a:t>
            </a:r>
          </a:p>
          <a:p>
            <a:r>
              <a:rPr lang="en-US" sz="1000" dirty="0">
                <a:solidFill>
                  <a:srgbClr val="000000"/>
                </a:solidFill>
                <a:latin typeface="Consolas" panose="020B0609020204030204" pitchFamily="49" charset="0"/>
              </a:rPr>
              <a:t>    </a:t>
            </a:r>
            <a:r>
              <a:rPr lang="en-US" sz="1000" dirty="0" err="1">
                <a:solidFill>
                  <a:srgbClr val="0000C0"/>
                </a:solidFill>
                <a:latin typeface="Consolas" panose="020B0609020204030204" pitchFamily="49" charset="0"/>
              </a:rPr>
              <a:t>warehouseMock</a:t>
            </a:r>
            <a:r>
              <a:rPr lang="en-US" sz="1000" dirty="0" err="1">
                <a:solidFill>
                  <a:srgbClr val="000000"/>
                </a:solidFill>
                <a:latin typeface="Consolas" panose="020B0609020204030204" pitchFamily="49" charset="0"/>
              </a:rPr>
              <a:t>.add</a:t>
            </a:r>
            <a:r>
              <a:rPr lang="en-US" sz="1000" dirty="0">
                <a:solidFill>
                  <a:srgbClr val="000000"/>
                </a:solidFill>
                <a:latin typeface="Consolas" panose="020B0609020204030204" pitchFamily="49" charset="0"/>
              </a:rPr>
              <a:t>(</a:t>
            </a:r>
            <a:r>
              <a:rPr lang="en-US" sz="1000" i="1" dirty="0">
                <a:solidFill>
                  <a:srgbClr val="0000C0"/>
                </a:solidFill>
                <a:latin typeface="Consolas" panose="020B0609020204030204" pitchFamily="49" charset="0"/>
              </a:rPr>
              <a:t>TALISKER</a:t>
            </a:r>
            <a:r>
              <a:rPr lang="en-US" sz="1000" i="1" dirty="0">
                <a:solidFill>
                  <a:srgbClr val="000000"/>
                </a:solidFill>
                <a:latin typeface="Consolas" panose="020B0609020204030204" pitchFamily="49" charset="0"/>
              </a:rPr>
              <a:t>, 50);</a:t>
            </a:r>
            <a:r>
              <a:rPr lang="en-US" sz="1000" dirty="0">
                <a:solidFill>
                  <a:srgbClr val="000000"/>
                </a:solidFill>
                <a:latin typeface="Consolas" panose="020B0609020204030204" pitchFamily="49" charset="0"/>
              </a:rPr>
              <a:t>  </a:t>
            </a:r>
            <a:r>
              <a:rPr lang="en-US" sz="1000" dirty="0" err="1">
                <a:solidFill>
                  <a:srgbClr val="0000C0"/>
                </a:solidFill>
                <a:latin typeface="Consolas" panose="020B0609020204030204" pitchFamily="49" charset="0"/>
              </a:rPr>
              <a:t>warehouseMock</a:t>
            </a:r>
            <a:r>
              <a:rPr lang="en-US" sz="1000" dirty="0" err="1">
                <a:solidFill>
                  <a:srgbClr val="000000"/>
                </a:solidFill>
                <a:latin typeface="Consolas" panose="020B0609020204030204" pitchFamily="49" charset="0"/>
              </a:rPr>
              <a:t>.add</a:t>
            </a:r>
            <a:r>
              <a:rPr lang="en-US" sz="1000" dirty="0">
                <a:solidFill>
                  <a:srgbClr val="000000"/>
                </a:solidFill>
                <a:latin typeface="Consolas" panose="020B0609020204030204" pitchFamily="49" charset="0"/>
              </a:rPr>
              <a:t>(</a:t>
            </a:r>
            <a:r>
              <a:rPr lang="en-US" sz="1000" i="1" dirty="0">
                <a:solidFill>
                  <a:srgbClr val="0000C0"/>
                </a:solidFill>
                <a:latin typeface="Consolas" panose="020B0609020204030204" pitchFamily="49" charset="0"/>
              </a:rPr>
              <a:t>HIGHLAND_PARK</a:t>
            </a:r>
            <a:r>
              <a:rPr lang="en-US" sz="1000" i="1" dirty="0">
                <a:solidFill>
                  <a:srgbClr val="000000"/>
                </a:solidFill>
                <a:latin typeface="Consolas" panose="020B0609020204030204" pitchFamily="49" charset="0"/>
              </a:rPr>
              <a:t>, 25);</a:t>
            </a:r>
          </a:p>
          <a:p>
            <a:r>
              <a:rPr lang="en-US" sz="1000" dirty="0">
                <a:solidFill>
                  <a:srgbClr val="000000"/>
                </a:solidFill>
                <a:latin typeface="Consolas" panose="020B0609020204030204" pitchFamily="49" charset="0"/>
              </a:rPr>
              <a:t>  }</a:t>
            </a:r>
          </a:p>
          <a:p>
            <a:r>
              <a:rPr lang="en-US" sz="1000" dirty="0">
                <a:solidFill>
                  <a:srgbClr val="000000"/>
                </a:solidFill>
                <a:latin typeface="Consolas" panose="020B0609020204030204" pitchFamily="49" charset="0"/>
              </a:rPr>
              <a:t>  </a:t>
            </a:r>
            <a:r>
              <a:rPr lang="en-US" sz="1000" dirty="0">
                <a:solidFill>
                  <a:srgbClr val="646464"/>
                </a:solidFill>
                <a:latin typeface="Consolas" panose="020B0609020204030204" pitchFamily="49" charset="0"/>
              </a:rPr>
              <a:t>@Test</a:t>
            </a:r>
          </a:p>
          <a:p>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public</a:t>
            </a: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void</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testOrderIsFilled</a:t>
            </a:r>
            <a:r>
              <a:rPr lang="en-US" sz="1000" dirty="0">
                <a:solidFill>
                  <a:srgbClr val="000000"/>
                </a:solidFill>
                <a:latin typeface="Consolas" panose="020B0609020204030204" pitchFamily="49" charset="0"/>
              </a:rPr>
              <a:t> {</a:t>
            </a:r>
          </a:p>
          <a:p>
            <a:r>
              <a:rPr lang="en-US" sz="1000" dirty="0">
                <a:solidFill>
                  <a:srgbClr val="000000"/>
                </a:solidFill>
                <a:latin typeface="Consolas" panose="020B0609020204030204" pitchFamily="49" charset="0"/>
              </a:rPr>
              <a:t>    </a:t>
            </a:r>
            <a:r>
              <a:rPr lang="en-US" sz="1000" i="1" dirty="0">
                <a:solidFill>
                  <a:srgbClr val="000000"/>
                </a:solidFill>
                <a:latin typeface="Consolas" panose="020B0609020204030204" pitchFamily="49" charset="0"/>
              </a:rPr>
              <a:t>when(</a:t>
            </a:r>
            <a:r>
              <a:rPr lang="en-US" sz="1000" i="1" dirty="0" err="1">
                <a:solidFill>
                  <a:srgbClr val="0000C0"/>
                </a:solidFill>
                <a:latin typeface="Consolas" panose="020B0609020204030204" pitchFamily="49" charset="0"/>
              </a:rPr>
              <a:t>warehouseMock</a:t>
            </a:r>
            <a:r>
              <a:rPr lang="en-US" sz="1000" i="1" dirty="0" err="1">
                <a:solidFill>
                  <a:srgbClr val="000000"/>
                </a:solidFill>
                <a:latin typeface="Consolas" panose="020B0609020204030204" pitchFamily="49" charset="0"/>
              </a:rPr>
              <a:t>.hasInventory</a:t>
            </a:r>
            <a:r>
              <a:rPr lang="en-US" sz="1000" i="1" dirty="0">
                <a:solidFill>
                  <a:srgbClr val="000000"/>
                </a:solidFill>
                <a:latin typeface="Consolas" panose="020B0609020204030204" pitchFamily="49" charset="0"/>
              </a:rPr>
              <a:t>(</a:t>
            </a:r>
            <a:r>
              <a:rPr lang="en-US" sz="1000" i="1" dirty="0">
                <a:solidFill>
                  <a:srgbClr val="0000C0"/>
                </a:solidFill>
                <a:latin typeface="Consolas" panose="020B0609020204030204" pitchFamily="49" charset="0"/>
              </a:rPr>
              <a:t>TALISKER</a:t>
            </a:r>
            <a:r>
              <a:rPr lang="en-US" sz="1000" i="1" dirty="0">
                <a:solidFill>
                  <a:srgbClr val="000000"/>
                </a:solidFill>
                <a:latin typeface="Consolas" panose="020B0609020204030204" pitchFamily="49" charset="0"/>
              </a:rPr>
              <a:t>, 50)).</a:t>
            </a:r>
            <a:r>
              <a:rPr lang="en-US" sz="1000" i="1" dirty="0" err="1">
                <a:solidFill>
                  <a:srgbClr val="000000"/>
                </a:solidFill>
                <a:latin typeface="Consolas" panose="020B0609020204030204" pitchFamily="49" charset="0"/>
              </a:rPr>
              <a:t>thenReturn</a:t>
            </a:r>
            <a:r>
              <a:rPr lang="en-US" sz="1000" i="1" dirty="0">
                <a:solidFill>
                  <a:srgbClr val="000000"/>
                </a:solidFill>
                <a:latin typeface="Consolas" panose="020B0609020204030204" pitchFamily="49" charset="0"/>
              </a:rPr>
              <a:t>(</a:t>
            </a:r>
            <a:r>
              <a:rPr lang="en-US" sz="1000" b="1" i="1" dirty="0">
                <a:solidFill>
                  <a:srgbClr val="7F0055"/>
                </a:solidFill>
                <a:latin typeface="Consolas" panose="020B0609020204030204" pitchFamily="49" charset="0"/>
              </a:rPr>
              <a:t>true</a:t>
            </a:r>
            <a:r>
              <a:rPr lang="en-US" sz="1000" b="1" i="1" dirty="0">
                <a:solidFill>
                  <a:srgbClr val="000000"/>
                </a:solidFill>
                <a:latin typeface="Consolas" panose="020B0609020204030204" pitchFamily="49" charset="0"/>
              </a:rPr>
              <a:t>);</a:t>
            </a:r>
          </a:p>
          <a:p>
            <a:r>
              <a:rPr lang="en-US" sz="1000" dirty="0">
                <a:solidFill>
                  <a:srgbClr val="000000"/>
                </a:solidFill>
                <a:latin typeface="Consolas" panose="020B0609020204030204" pitchFamily="49" charset="0"/>
              </a:rPr>
              <a:t>    Order </a:t>
            </a:r>
            <a:r>
              <a:rPr lang="en-US" sz="1000" dirty="0" err="1">
                <a:solidFill>
                  <a:srgbClr val="6A3E3E"/>
                </a:solidFill>
                <a:latin typeface="Consolas" panose="020B0609020204030204" pitchFamily="49" charset="0"/>
              </a:rPr>
              <a:t>order</a:t>
            </a:r>
            <a:r>
              <a:rPr lang="en-US" sz="1000" dirty="0">
                <a:solidFill>
                  <a:srgbClr val="000000"/>
                </a:solidFill>
                <a:latin typeface="Consolas" panose="020B0609020204030204" pitchFamily="49" charset="0"/>
              </a:rPr>
              <a:t> = </a:t>
            </a:r>
            <a:r>
              <a:rPr lang="en-US" sz="1000" b="1" dirty="0">
                <a:solidFill>
                  <a:srgbClr val="7F0055"/>
                </a:solidFill>
                <a:latin typeface="Consolas" panose="020B0609020204030204" pitchFamily="49" charset="0"/>
              </a:rPr>
              <a:t>new</a:t>
            </a:r>
            <a:r>
              <a:rPr lang="en-US" sz="1000" b="1" dirty="0">
                <a:solidFill>
                  <a:srgbClr val="000000"/>
                </a:solidFill>
                <a:latin typeface="Consolas" panose="020B0609020204030204" pitchFamily="49" charset="0"/>
              </a:rPr>
              <a:t> Order(</a:t>
            </a:r>
            <a:r>
              <a:rPr lang="en-US" sz="1000" b="1" i="1" dirty="0">
                <a:solidFill>
                  <a:srgbClr val="0000C0"/>
                </a:solidFill>
                <a:latin typeface="Consolas" panose="020B0609020204030204" pitchFamily="49" charset="0"/>
              </a:rPr>
              <a:t>TALISKER</a:t>
            </a:r>
            <a:r>
              <a:rPr lang="en-US" sz="1000" b="1" i="1" dirty="0">
                <a:solidFill>
                  <a:srgbClr val="000000"/>
                </a:solidFill>
                <a:latin typeface="Consolas" panose="020B0609020204030204" pitchFamily="49" charset="0"/>
              </a:rPr>
              <a:t>, 50);</a:t>
            </a:r>
          </a:p>
          <a:p>
            <a:r>
              <a:rPr lang="en-US" sz="1000" dirty="0">
                <a:solidFill>
                  <a:srgbClr val="000000"/>
                </a:solidFill>
                <a:latin typeface="Consolas" panose="020B0609020204030204" pitchFamily="49" charset="0"/>
              </a:rPr>
              <a:t>    </a:t>
            </a:r>
            <a:r>
              <a:rPr lang="en-US" sz="1000" dirty="0" err="1">
                <a:solidFill>
                  <a:srgbClr val="6A3E3E"/>
                </a:solidFill>
                <a:latin typeface="Consolas" panose="020B0609020204030204" pitchFamily="49" charset="0"/>
              </a:rPr>
              <a:t>order</a:t>
            </a:r>
            <a:r>
              <a:rPr lang="en-US" sz="1000" dirty="0" err="1">
                <a:solidFill>
                  <a:srgbClr val="000000"/>
                </a:solidFill>
                <a:latin typeface="Consolas" panose="020B0609020204030204" pitchFamily="49" charset="0"/>
              </a:rPr>
              <a:t>.fill</a:t>
            </a:r>
            <a:r>
              <a:rPr lang="en-US" sz="1000" dirty="0">
                <a:solidFill>
                  <a:srgbClr val="000000"/>
                </a:solidFill>
                <a:latin typeface="Consolas" panose="020B0609020204030204" pitchFamily="49" charset="0"/>
              </a:rPr>
              <a:t>(</a:t>
            </a:r>
            <a:r>
              <a:rPr lang="en-US" sz="1000" dirty="0" err="1">
                <a:solidFill>
                  <a:srgbClr val="0000C0"/>
                </a:solidFill>
                <a:latin typeface="Consolas" panose="020B0609020204030204" pitchFamily="49" charset="0"/>
              </a:rPr>
              <a:t>warehouseMock</a:t>
            </a:r>
            <a:r>
              <a:rPr lang="en-US" sz="1000" dirty="0">
                <a:solidFill>
                  <a:srgbClr val="000000"/>
                </a:solidFill>
                <a:latin typeface="Consolas" panose="020B0609020204030204" pitchFamily="49" charset="0"/>
              </a:rPr>
              <a:t>);</a:t>
            </a:r>
          </a:p>
          <a:p>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InOrder</a:t>
            </a:r>
            <a:r>
              <a:rPr lang="en-US" sz="1000" dirty="0">
                <a:solidFill>
                  <a:srgbClr val="000000"/>
                </a:solidFill>
                <a:latin typeface="Consolas" panose="020B0609020204030204" pitchFamily="49" charset="0"/>
              </a:rPr>
              <a:t> </a:t>
            </a:r>
            <a:r>
              <a:rPr lang="en-US" sz="1000" dirty="0" err="1">
                <a:solidFill>
                  <a:srgbClr val="6A3E3E"/>
                </a:solidFill>
                <a:latin typeface="Consolas" panose="020B0609020204030204" pitchFamily="49" charset="0"/>
              </a:rPr>
              <a:t>inOrder</a:t>
            </a:r>
            <a:r>
              <a:rPr lang="en-US" sz="1000" dirty="0">
                <a:solidFill>
                  <a:srgbClr val="000000"/>
                </a:solidFill>
                <a:latin typeface="Consolas" panose="020B0609020204030204" pitchFamily="49" charset="0"/>
              </a:rPr>
              <a:t> = </a:t>
            </a:r>
            <a:r>
              <a:rPr lang="en-US" sz="1000" i="1" dirty="0" err="1">
                <a:solidFill>
                  <a:srgbClr val="000000"/>
                </a:solidFill>
                <a:latin typeface="Consolas" panose="020B0609020204030204" pitchFamily="49" charset="0"/>
              </a:rPr>
              <a:t>inOrder</a:t>
            </a:r>
            <a:r>
              <a:rPr lang="en-US" sz="1000" i="1" dirty="0">
                <a:solidFill>
                  <a:srgbClr val="000000"/>
                </a:solidFill>
                <a:latin typeface="Consolas" panose="020B0609020204030204" pitchFamily="49" charset="0"/>
              </a:rPr>
              <a:t>(</a:t>
            </a:r>
            <a:r>
              <a:rPr lang="en-US" sz="1000" i="1" dirty="0" err="1">
                <a:solidFill>
                  <a:srgbClr val="0000C0"/>
                </a:solidFill>
                <a:latin typeface="Consolas" panose="020B0609020204030204" pitchFamily="49" charset="0"/>
              </a:rPr>
              <a:t>warehouseMock</a:t>
            </a:r>
            <a:r>
              <a:rPr lang="en-US" sz="1000" i="1" dirty="0">
                <a:solidFill>
                  <a:srgbClr val="000000"/>
                </a:solidFill>
                <a:latin typeface="Consolas" panose="020B0609020204030204" pitchFamily="49" charset="0"/>
              </a:rPr>
              <a:t>);</a:t>
            </a:r>
          </a:p>
          <a:p>
            <a:r>
              <a:rPr lang="en-US" sz="1000" dirty="0">
                <a:solidFill>
                  <a:srgbClr val="000000"/>
                </a:solidFill>
                <a:latin typeface="Consolas" panose="020B0609020204030204" pitchFamily="49" charset="0"/>
              </a:rPr>
              <a:t>    </a:t>
            </a:r>
            <a:r>
              <a:rPr lang="en-US" sz="1000" dirty="0" err="1">
                <a:solidFill>
                  <a:srgbClr val="6A3E3E"/>
                </a:solidFill>
                <a:latin typeface="Consolas" panose="020B0609020204030204" pitchFamily="49" charset="0"/>
              </a:rPr>
              <a:t>inOrder</a:t>
            </a:r>
            <a:r>
              <a:rPr lang="en-US" sz="1000" dirty="0" err="1">
                <a:solidFill>
                  <a:srgbClr val="000000"/>
                </a:solidFill>
                <a:latin typeface="Consolas" panose="020B0609020204030204" pitchFamily="49" charset="0"/>
              </a:rPr>
              <a:t>.verify</a:t>
            </a:r>
            <a:r>
              <a:rPr lang="en-US" sz="1000" dirty="0">
                <a:solidFill>
                  <a:srgbClr val="000000"/>
                </a:solidFill>
                <a:latin typeface="Consolas" panose="020B0609020204030204" pitchFamily="49" charset="0"/>
              </a:rPr>
              <a:t>(</a:t>
            </a:r>
            <a:r>
              <a:rPr lang="en-US" sz="1000" dirty="0" err="1">
                <a:solidFill>
                  <a:srgbClr val="0000C0"/>
                </a:solidFill>
                <a:latin typeface="Consolas" panose="020B0609020204030204" pitchFamily="49" charset="0"/>
              </a:rPr>
              <a:t>warehouseMock</a:t>
            </a:r>
            <a:r>
              <a:rPr lang="en-US" sz="1000" dirty="0">
                <a:solidFill>
                  <a:srgbClr val="000000"/>
                </a:solidFill>
                <a:latin typeface="Consolas" panose="020B0609020204030204" pitchFamily="49" charset="0"/>
              </a:rPr>
              <a:t>, </a:t>
            </a:r>
            <a:r>
              <a:rPr lang="en-US" sz="1000" i="1" dirty="0">
                <a:solidFill>
                  <a:srgbClr val="000000"/>
                </a:solidFill>
                <a:latin typeface="Consolas" panose="020B0609020204030204" pitchFamily="49" charset="0"/>
              </a:rPr>
              <a:t>times(1)).</a:t>
            </a:r>
            <a:r>
              <a:rPr lang="en-US" sz="1000" i="1" dirty="0" err="1">
                <a:solidFill>
                  <a:srgbClr val="000000"/>
                </a:solidFill>
                <a:latin typeface="Consolas" panose="020B0609020204030204" pitchFamily="49" charset="0"/>
              </a:rPr>
              <a:t>hasInventory</a:t>
            </a:r>
            <a:r>
              <a:rPr lang="en-US" sz="1000" i="1" dirty="0">
                <a:solidFill>
                  <a:srgbClr val="000000"/>
                </a:solidFill>
                <a:latin typeface="Consolas" panose="020B0609020204030204" pitchFamily="49" charset="0"/>
              </a:rPr>
              <a:t>(</a:t>
            </a:r>
            <a:r>
              <a:rPr lang="en-US" sz="1000" i="1" dirty="0">
                <a:solidFill>
                  <a:srgbClr val="0000C0"/>
                </a:solidFill>
                <a:latin typeface="Consolas" panose="020B0609020204030204" pitchFamily="49" charset="0"/>
              </a:rPr>
              <a:t>TALISKER</a:t>
            </a:r>
            <a:r>
              <a:rPr lang="en-US" sz="1000" i="1" dirty="0">
                <a:solidFill>
                  <a:srgbClr val="000000"/>
                </a:solidFill>
                <a:latin typeface="Consolas" panose="020B0609020204030204" pitchFamily="49" charset="0"/>
              </a:rPr>
              <a:t>, 50);</a:t>
            </a:r>
          </a:p>
          <a:p>
            <a:r>
              <a:rPr lang="en-US" sz="1000" dirty="0">
                <a:solidFill>
                  <a:srgbClr val="000000"/>
                </a:solidFill>
                <a:latin typeface="Consolas" panose="020B0609020204030204" pitchFamily="49" charset="0"/>
              </a:rPr>
              <a:t>    </a:t>
            </a:r>
            <a:r>
              <a:rPr lang="en-US" sz="1000" dirty="0" err="1">
                <a:solidFill>
                  <a:srgbClr val="6A3E3E"/>
                </a:solidFill>
                <a:latin typeface="Consolas" panose="020B0609020204030204" pitchFamily="49" charset="0"/>
              </a:rPr>
              <a:t>inOrder</a:t>
            </a:r>
            <a:r>
              <a:rPr lang="en-US" sz="1000" dirty="0" err="1">
                <a:solidFill>
                  <a:srgbClr val="000000"/>
                </a:solidFill>
                <a:latin typeface="Consolas" panose="020B0609020204030204" pitchFamily="49" charset="0"/>
              </a:rPr>
              <a:t>.verify</a:t>
            </a:r>
            <a:r>
              <a:rPr lang="en-US" sz="1000" dirty="0">
                <a:solidFill>
                  <a:srgbClr val="000000"/>
                </a:solidFill>
                <a:latin typeface="Consolas" panose="020B0609020204030204" pitchFamily="49" charset="0"/>
              </a:rPr>
              <a:t>(</a:t>
            </a:r>
            <a:r>
              <a:rPr lang="en-US" sz="1000" dirty="0" err="1">
                <a:solidFill>
                  <a:srgbClr val="0000C0"/>
                </a:solidFill>
                <a:latin typeface="Consolas" panose="020B0609020204030204" pitchFamily="49" charset="0"/>
              </a:rPr>
              <a:t>warehouseMock</a:t>
            </a:r>
            <a:r>
              <a:rPr lang="en-US" sz="1000" dirty="0">
                <a:solidFill>
                  <a:srgbClr val="000000"/>
                </a:solidFill>
                <a:latin typeface="Consolas" panose="020B0609020204030204" pitchFamily="49" charset="0"/>
              </a:rPr>
              <a:t>, </a:t>
            </a:r>
            <a:r>
              <a:rPr lang="en-US" sz="1000" i="1" dirty="0">
                <a:solidFill>
                  <a:srgbClr val="000000"/>
                </a:solidFill>
                <a:latin typeface="Consolas" panose="020B0609020204030204" pitchFamily="49" charset="0"/>
              </a:rPr>
              <a:t>times(1)).remove(</a:t>
            </a:r>
            <a:r>
              <a:rPr lang="en-US" sz="1000" i="1" dirty="0">
                <a:solidFill>
                  <a:srgbClr val="0000C0"/>
                </a:solidFill>
                <a:latin typeface="Consolas" panose="020B0609020204030204" pitchFamily="49" charset="0"/>
              </a:rPr>
              <a:t>TALISKER</a:t>
            </a:r>
            <a:r>
              <a:rPr lang="en-US" sz="1000" i="1" dirty="0">
                <a:solidFill>
                  <a:srgbClr val="000000"/>
                </a:solidFill>
                <a:latin typeface="Consolas" panose="020B0609020204030204" pitchFamily="49" charset="0"/>
              </a:rPr>
              <a:t>, 50);</a:t>
            </a:r>
          </a:p>
          <a:p>
            <a:r>
              <a:rPr lang="en-US" sz="1000" dirty="0">
                <a:solidFill>
                  <a:srgbClr val="000000"/>
                </a:solidFill>
                <a:latin typeface="Consolas" panose="020B0609020204030204" pitchFamily="49" charset="0"/>
              </a:rPr>
              <a:t>  }</a:t>
            </a:r>
          </a:p>
          <a:p>
            <a:r>
              <a:rPr lang="en-US" sz="1000" dirty="0">
                <a:solidFill>
                  <a:srgbClr val="000000"/>
                </a:solidFill>
                <a:latin typeface="Consolas" panose="020B0609020204030204" pitchFamily="49" charset="0"/>
              </a:rPr>
              <a:t>  </a:t>
            </a:r>
            <a:r>
              <a:rPr lang="en-US" sz="1000" dirty="0">
                <a:solidFill>
                  <a:srgbClr val="646464"/>
                </a:solidFill>
                <a:latin typeface="Consolas" panose="020B0609020204030204" pitchFamily="49" charset="0"/>
              </a:rPr>
              <a:t>@Test</a:t>
            </a:r>
          </a:p>
          <a:p>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public</a:t>
            </a: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void</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testOrderNotFilledCallsOnlyhasInventory</a:t>
            </a:r>
            <a:r>
              <a:rPr lang="en-US" sz="1000" dirty="0">
                <a:solidFill>
                  <a:srgbClr val="000000"/>
                </a:solidFill>
                <a:latin typeface="Consolas" panose="020B0609020204030204" pitchFamily="49" charset="0"/>
              </a:rPr>
              <a:t>() {</a:t>
            </a:r>
          </a:p>
          <a:p>
            <a:r>
              <a:rPr lang="en-US" sz="1000" dirty="0">
                <a:solidFill>
                  <a:srgbClr val="000000"/>
                </a:solidFill>
                <a:latin typeface="Consolas" panose="020B0609020204030204" pitchFamily="49" charset="0"/>
              </a:rPr>
              <a:t>    </a:t>
            </a:r>
            <a:r>
              <a:rPr lang="en-US" sz="1000" i="1" dirty="0">
                <a:solidFill>
                  <a:srgbClr val="000000"/>
                </a:solidFill>
                <a:latin typeface="Consolas" panose="020B0609020204030204" pitchFamily="49" charset="0"/>
              </a:rPr>
              <a:t>when(</a:t>
            </a:r>
            <a:r>
              <a:rPr lang="en-US" sz="1000" i="1" dirty="0" err="1">
                <a:solidFill>
                  <a:srgbClr val="0000C0"/>
                </a:solidFill>
                <a:latin typeface="Consolas" panose="020B0609020204030204" pitchFamily="49" charset="0"/>
              </a:rPr>
              <a:t>warehouseMock</a:t>
            </a:r>
            <a:r>
              <a:rPr lang="en-US" sz="1000" i="1" dirty="0" err="1">
                <a:solidFill>
                  <a:srgbClr val="000000"/>
                </a:solidFill>
                <a:latin typeface="Consolas" panose="020B0609020204030204" pitchFamily="49" charset="0"/>
              </a:rPr>
              <a:t>.hasInventory</a:t>
            </a:r>
            <a:r>
              <a:rPr lang="en-US" sz="1000" i="1" dirty="0">
                <a:solidFill>
                  <a:srgbClr val="000000"/>
                </a:solidFill>
                <a:latin typeface="Consolas" panose="020B0609020204030204" pitchFamily="49" charset="0"/>
              </a:rPr>
              <a:t>(</a:t>
            </a:r>
            <a:r>
              <a:rPr lang="en-US" sz="1000" i="1" dirty="0">
                <a:solidFill>
                  <a:srgbClr val="0000C0"/>
                </a:solidFill>
                <a:latin typeface="Consolas" panose="020B0609020204030204" pitchFamily="49" charset="0"/>
              </a:rPr>
              <a:t>TALISKER</a:t>
            </a:r>
            <a:r>
              <a:rPr lang="en-US" sz="1000" i="1" dirty="0">
                <a:solidFill>
                  <a:srgbClr val="000000"/>
                </a:solidFill>
                <a:latin typeface="Consolas" panose="020B0609020204030204" pitchFamily="49" charset="0"/>
              </a:rPr>
              <a:t>, 51)).</a:t>
            </a:r>
            <a:r>
              <a:rPr lang="en-US" sz="1000" i="1" dirty="0" err="1">
                <a:solidFill>
                  <a:srgbClr val="000000"/>
                </a:solidFill>
                <a:latin typeface="Consolas" panose="020B0609020204030204" pitchFamily="49" charset="0"/>
              </a:rPr>
              <a:t>thenReturn</a:t>
            </a:r>
            <a:r>
              <a:rPr lang="en-US" sz="1000" i="1" dirty="0">
                <a:solidFill>
                  <a:srgbClr val="000000"/>
                </a:solidFill>
                <a:latin typeface="Consolas" panose="020B0609020204030204" pitchFamily="49" charset="0"/>
              </a:rPr>
              <a:t>(</a:t>
            </a:r>
            <a:r>
              <a:rPr lang="en-US" sz="1000" b="1" i="1" dirty="0">
                <a:solidFill>
                  <a:srgbClr val="7F0055"/>
                </a:solidFill>
                <a:latin typeface="Consolas" panose="020B0609020204030204" pitchFamily="49" charset="0"/>
              </a:rPr>
              <a:t>false</a:t>
            </a:r>
            <a:r>
              <a:rPr lang="en-US" sz="1000" b="1" i="1" dirty="0">
                <a:solidFill>
                  <a:srgbClr val="000000"/>
                </a:solidFill>
                <a:latin typeface="Consolas" panose="020B0609020204030204" pitchFamily="49" charset="0"/>
              </a:rPr>
              <a:t>);</a:t>
            </a:r>
          </a:p>
          <a:p>
            <a:r>
              <a:rPr lang="en-US" sz="1000" dirty="0">
                <a:solidFill>
                  <a:srgbClr val="000000"/>
                </a:solidFill>
                <a:latin typeface="Consolas" panose="020B0609020204030204" pitchFamily="49" charset="0"/>
              </a:rPr>
              <a:t>    Order </a:t>
            </a:r>
            <a:r>
              <a:rPr lang="en-US" sz="1000" dirty="0" err="1">
                <a:solidFill>
                  <a:srgbClr val="6A3E3E"/>
                </a:solidFill>
                <a:latin typeface="Consolas" panose="020B0609020204030204" pitchFamily="49" charset="0"/>
              </a:rPr>
              <a:t>order</a:t>
            </a:r>
            <a:r>
              <a:rPr lang="en-US" sz="1000" dirty="0">
                <a:solidFill>
                  <a:srgbClr val="000000"/>
                </a:solidFill>
                <a:latin typeface="Consolas" panose="020B0609020204030204" pitchFamily="49" charset="0"/>
              </a:rPr>
              <a:t> = </a:t>
            </a:r>
            <a:r>
              <a:rPr lang="en-US" sz="1000" b="1" dirty="0">
                <a:solidFill>
                  <a:srgbClr val="7F0055"/>
                </a:solidFill>
                <a:latin typeface="Consolas" panose="020B0609020204030204" pitchFamily="49" charset="0"/>
              </a:rPr>
              <a:t>new</a:t>
            </a:r>
            <a:r>
              <a:rPr lang="en-US" sz="1000" b="1" dirty="0">
                <a:solidFill>
                  <a:srgbClr val="000000"/>
                </a:solidFill>
                <a:latin typeface="Consolas" panose="020B0609020204030204" pitchFamily="49" charset="0"/>
              </a:rPr>
              <a:t> Order(</a:t>
            </a:r>
            <a:r>
              <a:rPr lang="en-US" sz="1000" b="1" i="1" dirty="0">
                <a:solidFill>
                  <a:srgbClr val="0000C0"/>
                </a:solidFill>
                <a:latin typeface="Consolas" panose="020B0609020204030204" pitchFamily="49" charset="0"/>
              </a:rPr>
              <a:t>TALISKER</a:t>
            </a:r>
            <a:r>
              <a:rPr lang="en-US" sz="1000" b="1" i="1" dirty="0">
                <a:solidFill>
                  <a:srgbClr val="000000"/>
                </a:solidFill>
                <a:latin typeface="Consolas" panose="020B0609020204030204" pitchFamily="49" charset="0"/>
              </a:rPr>
              <a:t>, 51);</a:t>
            </a:r>
          </a:p>
          <a:p>
            <a:r>
              <a:rPr lang="en-US" sz="1000" dirty="0">
                <a:solidFill>
                  <a:srgbClr val="000000"/>
                </a:solidFill>
                <a:latin typeface="Consolas" panose="020B0609020204030204" pitchFamily="49" charset="0"/>
              </a:rPr>
              <a:t>    </a:t>
            </a:r>
            <a:r>
              <a:rPr lang="en-US" sz="1000" dirty="0" err="1">
                <a:solidFill>
                  <a:srgbClr val="6A3E3E"/>
                </a:solidFill>
                <a:latin typeface="Consolas" panose="020B0609020204030204" pitchFamily="49" charset="0"/>
              </a:rPr>
              <a:t>order</a:t>
            </a:r>
            <a:r>
              <a:rPr lang="en-US" sz="1000" dirty="0" err="1">
                <a:solidFill>
                  <a:srgbClr val="000000"/>
                </a:solidFill>
                <a:latin typeface="Consolas" panose="020B0609020204030204" pitchFamily="49" charset="0"/>
              </a:rPr>
              <a:t>.fill</a:t>
            </a:r>
            <a:r>
              <a:rPr lang="en-US" sz="1000" dirty="0">
                <a:solidFill>
                  <a:srgbClr val="000000"/>
                </a:solidFill>
                <a:latin typeface="Consolas" panose="020B0609020204030204" pitchFamily="49" charset="0"/>
              </a:rPr>
              <a:t>(</a:t>
            </a:r>
            <a:r>
              <a:rPr lang="en-US" sz="1000" dirty="0" err="1">
                <a:solidFill>
                  <a:srgbClr val="0000C0"/>
                </a:solidFill>
                <a:latin typeface="Consolas" panose="020B0609020204030204" pitchFamily="49" charset="0"/>
              </a:rPr>
              <a:t>warehouseMock</a:t>
            </a:r>
            <a:r>
              <a:rPr lang="en-US" sz="1000" dirty="0">
                <a:solidFill>
                  <a:srgbClr val="000000"/>
                </a:solidFill>
                <a:latin typeface="Consolas" panose="020B0609020204030204" pitchFamily="49" charset="0"/>
              </a:rPr>
              <a:t>);</a:t>
            </a:r>
          </a:p>
          <a:p>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InOrder</a:t>
            </a:r>
            <a:r>
              <a:rPr lang="en-US" sz="1000" dirty="0">
                <a:solidFill>
                  <a:srgbClr val="000000"/>
                </a:solidFill>
                <a:latin typeface="Consolas" panose="020B0609020204030204" pitchFamily="49" charset="0"/>
              </a:rPr>
              <a:t> </a:t>
            </a:r>
            <a:r>
              <a:rPr lang="en-US" sz="1000" dirty="0" err="1">
                <a:solidFill>
                  <a:srgbClr val="6A3E3E"/>
                </a:solidFill>
                <a:latin typeface="Consolas" panose="020B0609020204030204" pitchFamily="49" charset="0"/>
              </a:rPr>
              <a:t>inOrder</a:t>
            </a:r>
            <a:r>
              <a:rPr lang="en-US" sz="1000" dirty="0">
                <a:solidFill>
                  <a:srgbClr val="000000"/>
                </a:solidFill>
                <a:latin typeface="Consolas" panose="020B0609020204030204" pitchFamily="49" charset="0"/>
              </a:rPr>
              <a:t> = </a:t>
            </a:r>
            <a:r>
              <a:rPr lang="en-US" sz="1000" i="1" dirty="0" err="1">
                <a:solidFill>
                  <a:srgbClr val="000000"/>
                </a:solidFill>
                <a:latin typeface="Consolas" panose="020B0609020204030204" pitchFamily="49" charset="0"/>
              </a:rPr>
              <a:t>inOrder</a:t>
            </a:r>
            <a:r>
              <a:rPr lang="en-US" sz="1000" i="1" dirty="0">
                <a:solidFill>
                  <a:srgbClr val="000000"/>
                </a:solidFill>
                <a:latin typeface="Consolas" panose="020B0609020204030204" pitchFamily="49" charset="0"/>
              </a:rPr>
              <a:t>(</a:t>
            </a:r>
            <a:r>
              <a:rPr lang="en-US" sz="1000" i="1" dirty="0" err="1">
                <a:solidFill>
                  <a:srgbClr val="0000C0"/>
                </a:solidFill>
                <a:latin typeface="Consolas" panose="020B0609020204030204" pitchFamily="49" charset="0"/>
              </a:rPr>
              <a:t>warehouseMock</a:t>
            </a:r>
            <a:r>
              <a:rPr lang="en-US" sz="1000" i="1" dirty="0">
                <a:solidFill>
                  <a:srgbClr val="000000"/>
                </a:solidFill>
                <a:latin typeface="Consolas" panose="020B0609020204030204" pitchFamily="49" charset="0"/>
              </a:rPr>
              <a:t>);</a:t>
            </a:r>
          </a:p>
          <a:p>
            <a:r>
              <a:rPr lang="en-US" sz="1000" dirty="0">
                <a:solidFill>
                  <a:srgbClr val="000000"/>
                </a:solidFill>
                <a:latin typeface="Consolas" panose="020B0609020204030204" pitchFamily="49" charset="0"/>
              </a:rPr>
              <a:t>    </a:t>
            </a:r>
            <a:r>
              <a:rPr lang="en-US" sz="1000" dirty="0" err="1">
                <a:solidFill>
                  <a:srgbClr val="6A3E3E"/>
                </a:solidFill>
                <a:latin typeface="Consolas" panose="020B0609020204030204" pitchFamily="49" charset="0"/>
              </a:rPr>
              <a:t>inOrder</a:t>
            </a:r>
            <a:r>
              <a:rPr lang="en-US" sz="1000" dirty="0" err="1">
                <a:solidFill>
                  <a:srgbClr val="000000"/>
                </a:solidFill>
                <a:latin typeface="Consolas" panose="020B0609020204030204" pitchFamily="49" charset="0"/>
              </a:rPr>
              <a:t>.verify</a:t>
            </a:r>
            <a:r>
              <a:rPr lang="en-US" sz="1000" dirty="0">
                <a:solidFill>
                  <a:srgbClr val="000000"/>
                </a:solidFill>
                <a:latin typeface="Consolas" panose="020B0609020204030204" pitchFamily="49" charset="0"/>
              </a:rPr>
              <a:t>(</a:t>
            </a:r>
            <a:r>
              <a:rPr lang="en-US" sz="1000" dirty="0" err="1">
                <a:solidFill>
                  <a:srgbClr val="0000C0"/>
                </a:solidFill>
                <a:latin typeface="Consolas" panose="020B0609020204030204" pitchFamily="49" charset="0"/>
              </a:rPr>
              <a:t>warehouseMock</a:t>
            </a:r>
            <a:r>
              <a:rPr lang="en-US" sz="1000" dirty="0">
                <a:solidFill>
                  <a:srgbClr val="000000"/>
                </a:solidFill>
                <a:latin typeface="Consolas" panose="020B0609020204030204" pitchFamily="49" charset="0"/>
              </a:rPr>
              <a:t>, </a:t>
            </a:r>
            <a:r>
              <a:rPr lang="en-US" sz="1000" i="1" dirty="0">
                <a:solidFill>
                  <a:srgbClr val="000000"/>
                </a:solidFill>
                <a:latin typeface="Consolas" panose="020B0609020204030204" pitchFamily="49" charset="0"/>
              </a:rPr>
              <a:t>times(1)).</a:t>
            </a:r>
            <a:r>
              <a:rPr lang="en-US" sz="1000" i="1" dirty="0" err="1">
                <a:solidFill>
                  <a:srgbClr val="000000"/>
                </a:solidFill>
                <a:latin typeface="Consolas" panose="020B0609020204030204" pitchFamily="49" charset="0"/>
              </a:rPr>
              <a:t>hasInventory</a:t>
            </a:r>
            <a:r>
              <a:rPr lang="en-US" sz="1000" i="1" dirty="0">
                <a:solidFill>
                  <a:srgbClr val="000000"/>
                </a:solidFill>
                <a:latin typeface="Consolas" panose="020B0609020204030204" pitchFamily="49" charset="0"/>
              </a:rPr>
              <a:t>(</a:t>
            </a:r>
            <a:r>
              <a:rPr lang="en-US" sz="1000" i="1" dirty="0">
                <a:solidFill>
                  <a:srgbClr val="0000C0"/>
                </a:solidFill>
                <a:latin typeface="Consolas" panose="020B0609020204030204" pitchFamily="49" charset="0"/>
              </a:rPr>
              <a:t>TALISKER</a:t>
            </a:r>
            <a:r>
              <a:rPr lang="en-US" sz="1000" i="1" dirty="0">
                <a:solidFill>
                  <a:srgbClr val="000000"/>
                </a:solidFill>
                <a:latin typeface="Consolas" panose="020B0609020204030204" pitchFamily="49" charset="0"/>
              </a:rPr>
              <a:t>, 51);</a:t>
            </a:r>
          </a:p>
          <a:p>
            <a:r>
              <a:rPr lang="en-US" sz="1000" dirty="0">
                <a:solidFill>
                  <a:srgbClr val="000000"/>
                </a:solidFill>
                <a:latin typeface="Consolas" panose="020B0609020204030204" pitchFamily="49" charset="0"/>
              </a:rPr>
              <a:t>    </a:t>
            </a:r>
            <a:r>
              <a:rPr lang="en-US" sz="1000" dirty="0" err="1">
                <a:solidFill>
                  <a:srgbClr val="6A3E3E"/>
                </a:solidFill>
                <a:latin typeface="Consolas" panose="020B0609020204030204" pitchFamily="49" charset="0"/>
              </a:rPr>
              <a:t>inOrder</a:t>
            </a:r>
            <a:r>
              <a:rPr lang="en-US" sz="1000" dirty="0" err="1">
                <a:solidFill>
                  <a:srgbClr val="000000"/>
                </a:solidFill>
                <a:latin typeface="Consolas" panose="020B0609020204030204" pitchFamily="49" charset="0"/>
              </a:rPr>
              <a:t>.verify</a:t>
            </a:r>
            <a:r>
              <a:rPr lang="en-US" sz="1000" dirty="0">
                <a:solidFill>
                  <a:srgbClr val="000000"/>
                </a:solidFill>
                <a:latin typeface="Consolas" panose="020B0609020204030204" pitchFamily="49" charset="0"/>
              </a:rPr>
              <a:t>(</a:t>
            </a:r>
            <a:r>
              <a:rPr lang="en-US" sz="1000" dirty="0" err="1">
                <a:solidFill>
                  <a:srgbClr val="0000C0"/>
                </a:solidFill>
                <a:latin typeface="Consolas" panose="020B0609020204030204" pitchFamily="49" charset="0"/>
              </a:rPr>
              <a:t>warehouseMock</a:t>
            </a:r>
            <a:r>
              <a:rPr lang="en-US" sz="1000" dirty="0">
                <a:solidFill>
                  <a:srgbClr val="000000"/>
                </a:solidFill>
                <a:latin typeface="Consolas" panose="020B0609020204030204" pitchFamily="49" charset="0"/>
              </a:rPr>
              <a:t>, </a:t>
            </a:r>
            <a:r>
              <a:rPr lang="en-US" sz="1000" i="1" dirty="0">
                <a:solidFill>
                  <a:srgbClr val="000000"/>
                </a:solidFill>
                <a:latin typeface="Consolas" panose="020B0609020204030204" pitchFamily="49" charset="0"/>
              </a:rPr>
              <a:t>never()).remove(</a:t>
            </a:r>
            <a:r>
              <a:rPr lang="en-US" sz="1000" i="1" dirty="0" err="1">
                <a:solidFill>
                  <a:srgbClr val="000000"/>
                </a:solidFill>
                <a:latin typeface="Consolas" panose="020B0609020204030204" pitchFamily="49" charset="0"/>
              </a:rPr>
              <a:t>anyString</a:t>
            </a:r>
            <a:r>
              <a:rPr lang="en-US" sz="1000" i="1" dirty="0">
                <a:solidFill>
                  <a:srgbClr val="000000"/>
                </a:solidFill>
                <a:latin typeface="Consolas" panose="020B0609020204030204" pitchFamily="49" charset="0"/>
              </a:rPr>
              <a:t>(), </a:t>
            </a:r>
            <a:r>
              <a:rPr lang="en-US" sz="1000" i="1" dirty="0" err="1">
                <a:solidFill>
                  <a:srgbClr val="000000"/>
                </a:solidFill>
                <a:latin typeface="Consolas" panose="020B0609020204030204" pitchFamily="49" charset="0"/>
              </a:rPr>
              <a:t>anyInt</a:t>
            </a:r>
            <a:r>
              <a:rPr lang="en-US" sz="1000" i="1" dirty="0">
                <a:solidFill>
                  <a:srgbClr val="000000"/>
                </a:solidFill>
                <a:latin typeface="Consolas" panose="020B0609020204030204" pitchFamily="49" charset="0"/>
              </a:rPr>
              <a:t>());</a:t>
            </a:r>
            <a:endParaRPr lang="en-US" sz="1000" dirty="0"/>
          </a:p>
          <a:p>
            <a:r>
              <a:rPr lang="en-US" sz="1000" dirty="0">
                <a:solidFill>
                  <a:srgbClr val="000000"/>
                </a:solidFill>
                <a:latin typeface="Consolas" panose="020B0609020204030204" pitchFamily="49" charset="0"/>
              </a:rPr>
              <a:t>  }</a:t>
            </a:r>
          </a:p>
          <a:p>
            <a:r>
              <a:rPr lang="en-US" sz="1000" dirty="0">
                <a:solidFill>
                  <a:srgbClr val="000000"/>
                </a:solidFill>
                <a:latin typeface="Consolas" panose="020B0609020204030204" pitchFamily="49" charset="0"/>
              </a:rPr>
              <a:t>}</a:t>
            </a:r>
          </a:p>
        </p:txBody>
      </p:sp>
      <p:cxnSp>
        <p:nvCxnSpPr>
          <p:cNvPr id="8" name="Straight Arrow Connector 7">
            <a:extLst>
              <a:ext uri="{FF2B5EF4-FFF2-40B4-BE49-F238E27FC236}">
                <a16:creationId xmlns:a16="http://schemas.microsoft.com/office/drawing/2014/main" id="{6BB22A7F-4FE8-491E-BAE9-B9B4F6A99895}"/>
              </a:ext>
            </a:extLst>
          </p:cNvPr>
          <p:cNvCxnSpPr>
            <a:cxnSpLocks/>
          </p:cNvCxnSpPr>
          <p:nvPr/>
        </p:nvCxnSpPr>
        <p:spPr>
          <a:xfrm>
            <a:off x="2069037" y="4052047"/>
            <a:ext cx="588116" cy="64356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02F4825B-75CE-4371-B3AE-0BF2CF828FCD}"/>
              </a:ext>
            </a:extLst>
          </p:cNvPr>
          <p:cNvCxnSpPr>
            <a:cxnSpLocks/>
          </p:cNvCxnSpPr>
          <p:nvPr/>
        </p:nvCxnSpPr>
        <p:spPr>
          <a:xfrm>
            <a:off x="2064959" y="4084839"/>
            <a:ext cx="592194" cy="76124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EAEE17AE-43D8-4F85-93DC-7F0C4652D8CF}"/>
              </a:ext>
            </a:extLst>
          </p:cNvPr>
          <p:cNvCxnSpPr>
            <a:cxnSpLocks/>
          </p:cNvCxnSpPr>
          <p:nvPr/>
        </p:nvCxnSpPr>
        <p:spPr>
          <a:xfrm flipV="1">
            <a:off x="2082703" y="3505200"/>
            <a:ext cx="574450" cy="5468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A3A394CD-D301-4F82-ADFE-FC5EF4464290}"/>
              </a:ext>
            </a:extLst>
          </p:cNvPr>
          <p:cNvCxnSpPr>
            <a:cxnSpLocks/>
          </p:cNvCxnSpPr>
          <p:nvPr/>
        </p:nvCxnSpPr>
        <p:spPr>
          <a:xfrm flipV="1">
            <a:off x="2082262" y="3346762"/>
            <a:ext cx="574891" cy="6853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D8CF4DA2-CB2D-4305-939B-9045562BCE19}"/>
              </a:ext>
            </a:extLst>
          </p:cNvPr>
          <p:cNvSpPr/>
          <p:nvPr/>
        </p:nvSpPr>
        <p:spPr>
          <a:xfrm>
            <a:off x="216131" y="3514187"/>
            <a:ext cx="1852906" cy="1105738"/>
          </a:xfrm>
          <a:prstGeom prst="roundRect">
            <a:avLst/>
          </a:prstGeom>
          <a:noFill/>
          <a:ln w="254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C7993B0-F04C-4902-9CA5-539341C17168}"/>
              </a:ext>
            </a:extLst>
          </p:cNvPr>
          <p:cNvSpPr txBox="1"/>
          <p:nvPr/>
        </p:nvSpPr>
        <p:spPr>
          <a:xfrm>
            <a:off x="373049" y="3612996"/>
            <a:ext cx="1414683" cy="923330"/>
          </a:xfrm>
          <a:prstGeom prst="rect">
            <a:avLst/>
          </a:prstGeom>
          <a:noFill/>
        </p:spPr>
        <p:txBody>
          <a:bodyPr wrap="none" rtlCol="0">
            <a:spAutoFit/>
          </a:bodyPr>
          <a:lstStyle/>
          <a:p>
            <a:r>
              <a:rPr lang="en-US" dirty="0"/>
              <a:t>verifying the </a:t>
            </a:r>
          </a:p>
          <a:p>
            <a:r>
              <a:rPr lang="en-US" b="1" u="sng" dirty="0"/>
              <a:t>order of </a:t>
            </a:r>
            <a:br>
              <a:rPr lang="en-US" b="1" u="sng" dirty="0"/>
            </a:br>
            <a:r>
              <a:rPr lang="en-US" b="1" u="sng" dirty="0"/>
              <a:t>interactions</a:t>
            </a:r>
            <a:endParaRPr lang="en-US" dirty="0"/>
          </a:p>
        </p:txBody>
      </p:sp>
    </p:spTree>
    <p:extLst>
      <p:ext uri="{BB962C8B-B14F-4D97-AF65-F5344CB8AC3E}">
        <p14:creationId xmlns:p14="http://schemas.microsoft.com/office/powerpoint/2010/main" val="1996666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E823C-0B72-4B85-8B9B-0ED080A1261C}"/>
              </a:ext>
            </a:extLst>
          </p:cNvPr>
          <p:cNvSpPr>
            <a:spLocks noGrp="1"/>
          </p:cNvSpPr>
          <p:nvPr>
            <p:ph type="title"/>
          </p:nvPr>
        </p:nvSpPr>
        <p:spPr/>
        <p:txBody>
          <a:bodyPr/>
          <a:lstStyle/>
          <a:p>
            <a:r>
              <a:rPr lang="en-US" dirty="0"/>
              <a:t>Mock vs. Stub</a:t>
            </a:r>
          </a:p>
        </p:txBody>
      </p:sp>
      <p:sp>
        <p:nvSpPr>
          <p:cNvPr id="3" name="Content Placeholder 2">
            <a:extLst>
              <a:ext uri="{FF2B5EF4-FFF2-40B4-BE49-F238E27FC236}">
                <a16:creationId xmlns:a16="http://schemas.microsoft.com/office/drawing/2014/main" id="{D6C851B8-E3E0-45FC-9DF7-5CED511B4167}"/>
              </a:ext>
            </a:extLst>
          </p:cNvPr>
          <p:cNvSpPr>
            <a:spLocks noGrp="1"/>
          </p:cNvSpPr>
          <p:nvPr>
            <p:ph idx="1"/>
          </p:nvPr>
        </p:nvSpPr>
        <p:spPr/>
        <p:txBody>
          <a:bodyPr/>
          <a:lstStyle/>
          <a:p>
            <a:r>
              <a:rPr lang="en-US" dirty="0"/>
              <a:t>Stub:</a:t>
            </a:r>
          </a:p>
          <a:p>
            <a:pPr lvl="1"/>
            <a:r>
              <a:rPr lang="en-US" sz="2200" dirty="0"/>
              <a:t>State-based verification</a:t>
            </a:r>
          </a:p>
          <a:p>
            <a:pPr lvl="1"/>
            <a:r>
              <a:rPr lang="en-US" sz="2200" dirty="0"/>
              <a:t>Provides canned answers </a:t>
            </a:r>
          </a:p>
          <a:p>
            <a:pPr lvl="2"/>
            <a:r>
              <a:rPr lang="en-US" sz="2200" dirty="0"/>
              <a:t>Example: return 0 from a method that should return int, null from a method that should return an object, etc.</a:t>
            </a:r>
          </a:p>
          <a:p>
            <a:r>
              <a:rPr lang="en-US" dirty="0"/>
              <a:t>Mock:</a:t>
            </a:r>
          </a:p>
          <a:p>
            <a:pPr lvl="1"/>
            <a:r>
              <a:rPr lang="en-US" sz="2200" dirty="0"/>
              <a:t>Behavior-based verification (aka interaction-based verification)</a:t>
            </a:r>
          </a:p>
          <a:p>
            <a:pPr lvl="1"/>
            <a:r>
              <a:rPr lang="en-US" sz="2200" dirty="0"/>
              <a:t>Verifies certain interactions were made with the mock (in a certain order)</a:t>
            </a:r>
          </a:p>
          <a:p>
            <a:pPr lvl="1"/>
            <a:endParaRPr lang="en-US" sz="2200" dirty="0"/>
          </a:p>
          <a:p>
            <a:pPr lvl="1"/>
            <a:endParaRPr lang="en-US" dirty="0"/>
          </a:p>
        </p:txBody>
      </p:sp>
      <p:sp>
        <p:nvSpPr>
          <p:cNvPr id="4" name="Content Placeholder 3">
            <a:extLst>
              <a:ext uri="{FF2B5EF4-FFF2-40B4-BE49-F238E27FC236}">
                <a16:creationId xmlns:a16="http://schemas.microsoft.com/office/drawing/2014/main" id="{E3CA9C13-18CC-44E1-947E-4010547B400E}"/>
              </a:ext>
            </a:extLst>
          </p:cNvPr>
          <p:cNvSpPr>
            <a:spLocks noGrp="1"/>
          </p:cNvSpPr>
          <p:nvPr>
            <p:ph idx="11"/>
          </p:nvPr>
        </p:nvSpPr>
        <p:spPr/>
        <p:txBody>
          <a:bodyPr/>
          <a:lstStyle/>
          <a:p>
            <a:endParaRPr lang="en-US"/>
          </a:p>
        </p:txBody>
      </p:sp>
    </p:spTree>
    <p:extLst>
      <p:ext uri="{BB962C8B-B14F-4D97-AF65-F5344CB8AC3E}">
        <p14:creationId xmlns:p14="http://schemas.microsoft.com/office/powerpoint/2010/main" val="1342813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95D9D-B844-4F79-A410-576FAF5A227F}"/>
              </a:ext>
            </a:extLst>
          </p:cNvPr>
          <p:cNvSpPr>
            <a:spLocks noGrp="1"/>
          </p:cNvSpPr>
          <p:nvPr>
            <p:ph type="title"/>
          </p:nvPr>
        </p:nvSpPr>
        <p:spPr/>
        <p:txBody>
          <a:bodyPr/>
          <a:lstStyle/>
          <a:p>
            <a:r>
              <a:rPr lang="en-US" dirty="0"/>
              <a:t>Behavior- vs. State-based Testing</a:t>
            </a:r>
          </a:p>
        </p:txBody>
      </p:sp>
      <p:sp>
        <p:nvSpPr>
          <p:cNvPr id="3" name="Content Placeholder 2">
            <a:extLst>
              <a:ext uri="{FF2B5EF4-FFF2-40B4-BE49-F238E27FC236}">
                <a16:creationId xmlns:a16="http://schemas.microsoft.com/office/drawing/2014/main" id="{E857F018-6FB4-4BE3-99BA-0047D5F64243}"/>
              </a:ext>
            </a:extLst>
          </p:cNvPr>
          <p:cNvSpPr>
            <a:spLocks noGrp="1"/>
          </p:cNvSpPr>
          <p:nvPr>
            <p:ph idx="1"/>
          </p:nvPr>
        </p:nvSpPr>
        <p:spPr/>
        <p:txBody>
          <a:bodyPr/>
          <a:lstStyle/>
          <a:p>
            <a:r>
              <a:rPr lang="en-US" dirty="0"/>
              <a:t>If the dependency is available and undemanding:</a:t>
            </a:r>
          </a:p>
          <a:p>
            <a:pPr lvl="1"/>
            <a:r>
              <a:rPr lang="en-US" dirty="0"/>
              <a:t>Use real class and state-based testing</a:t>
            </a:r>
          </a:p>
          <a:p>
            <a:r>
              <a:rPr lang="en-US" dirty="0"/>
              <a:t>If the dependency is not available and/or demanding:</a:t>
            </a:r>
          </a:p>
          <a:p>
            <a:pPr lvl="1"/>
            <a:r>
              <a:rPr lang="en-US" dirty="0"/>
              <a:t>Use real class and state-based if possible</a:t>
            </a:r>
          </a:p>
          <a:p>
            <a:pPr lvl="1"/>
            <a:r>
              <a:rPr lang="en-US" dirty="0"/>
              <a:t>Otherwise, use interaction-based testing</a:t>
            </a:r>
          </a:p>
          <a:p>
            <a:endParaRPr lang="en-US" dirty="0"/>
          </a:p>
        </p:txBody>
      </p:sp>
      <p:sp>
        <p:nvSpPr>
          <p:cNvPr id="4" name="Content Placeholder 3">
            <a:extLst>
              <a:ext uri="{FF2B5EF4-FFF2-40B4-BE49-F238E27FC236}">
                <a16:creationId xmlns:a16="http://schemas.microsoft.com/office/drawing/2014/main" id="{658F93D0-2A79-4532-9BD0-3897A3E518E4}"/>
              </a:ext>
            </a:extLst>
          </p:cNvPr>
          <p:cNvSpPr>
            <a:spLocks noGrp="1"/>
          </p:cNvSpPr>
          <p:nvPr>
            <p:ph idx="11"/>
          </p:nvPr>
        </p:nvSpPr>
        <p:spPr/>
        <p:txBody>
          <a:bodyPr/>
          <a:lstStyle/>
          <a:p>
            <a:endParaRPr lang="en-US"/>
          </a:p>
        </p:txBody>
      </p:sp>
    </p:spTree>
    <p:extLst>
      <p:ext uri="{BB962C8B-B14F-4D97-AF65-F5344CB8AC3E}">
        <p14:creationId xmlns:p14="http://schemas.microsoft.com/office/powerpoint/2010/main" val="865872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95D9D-B844-4F79-A410-576FAF5A227F}"/>
              </a:ext>
            </a:extLst>
          </p:cNvPr>
          <p:cNvSpPr>
            <a:spLocks noGrp="1"/>
          </p:cNvSpPr>
          <p:nvPr>
            <p:ph type="title"/>
          </p:nvPr>
        </p:nvSpPr>
        <p:spPr/>
        <p:txBody>
          <a:bodyPr/>
          <a:lstStyle/>
          <a:p>
            <a:r>
              <a:rPr lang="en-US" dirty="0"/>
              <a:t>Behavior- vs. State-based Testing</a:t>
            </a:r>
          </a:p>
        </p:txBody>
      </p:sp>
      <p:sp>
        <p:nvSpPr>
          <p:cNvPr id="3" name="Content Placeholder 2">
            <a:extLst>
              <a:ext uri="{FF2B5EF4-FFF2-40B4-BE49-F238E27FC236}">
                <a16:creationId xmlns:a16="http://schemas.microsoft.com/office/drawing/2014/main" id="{E857F018-6FB4-4BE3-99BA-0047D5F64243}"/>
              </a:ext>
            </a:extLst>
          </p:cNvPr>
          <p:cNvSpPr>
            <a:spLocks noGrp="1"/>
          </p:cNvSpPr>
          <p:nvPr>
            <p:ph idx="1"/>
          </p:nvPr>
        </p:nvSpPr>
        <p:spPr/>
        <p:txBody>
          <a:bodyPr>
            <a:normAutofit/>
          </a:bodyPr>
          <a:lstStyle/>
          <a:p>
            <a:r>
              <a:rPr lang="en-US" dirty="0"/>
              <a:t>Behavior-based testing tests the outbound calls of the SUT to ensure it talks properly to its collaborators:</a:t>
            </a:r>
          </a:p>
          <a:p>
            <a:pPr lvl="1"/>
            <a:r>
              <a:rPr lang="en-US" sz="2100" dirty="0"/>
              <a:t>More coupling to dependencies implementations since it checks all the interactions, the order of interactions etc.</a:t>
            </a:r>
          </a:p>
          <a:p>
            <a:pPr lvl="1"/>
            <a:r>
              <a:rPr lang="en-US" sz="2100" dirty="0"/>
              <a:t>If implementation of collaborators change (e.g., method names, method parameters etc.), behavior-based tests are more likely to break</a:t>
            </a:r>
          </a:p>
          <a:p>
            <a:r>
              <a:rPr lang="en-US" dirty="0"/>
              <a:t>State-based, on the other hand, focuses on the final state:</a:t>
            </a:r>
          </a:p>
          <a:p>
            <a:pPr lvl="1"/>
            <a:r>
              <a:rPr lang="en-US" sz="2100" dirty="0"/>
              <a:t>Checks exact output values</a:t>
            </a:r>
          </a:p>
          <a:p>
            <a:pPr lvl="1"/>
            <a:r>
              <a:rPr lang="en-US" sz="2100" dirty="0"/>
              <a:t>Less coupling to dependencies implementations </a:t>
            </a:r>
          </a:p>
          <a:p>
            <a:endParaRPr lang="en-US" dirty="0"/>
          </a:p>
          <a:p>
            <a:endParaRPr lang="en-US" dirty="0"/>
          </a:p>
        </p:txBody>
      </p:sp>
      <p:sp>
        <p:nvSpPr>
          <p:cNvPr id="4" name="Content Placeholder 3">
            <a:extLst>
              <a:ext uri="{FF2B5EF4-FFF2-40B4-BE49-F238E27FC236}">
                <a16:creationId xmlns:a16="http://schemas.microsoft.com/office/drawing/2014/main" id="{658F93D0-2A79-4532-9BD0-3897A3E518E4}"/>
              </a:ext>
            </a:extLst>
          </p:cNvPr>
          <p:cNvSpPr>
            <a:spLocks noGrp="1"/>
          </p:cNvSpPr>
          <p:nvPr>
            <p:ph idx="11"/>
          </p:nvPr>
        </p:nvSpPr>
        <p:spPr/>
        <p:txBody>
          <a:bodyPr/>
          <a:lstStyle/>
          <a:p>
            <a:endParaRPr lang="en-US"/>
          </a:p>
        </p:txBody>
      </p:sp>
    </p:spTree>
    <p:extLst>
      <p:ext uri="{BB962C8B-B14F-4D97-AF65-F5344CB8AC3E}">
        <p14:creationId xmlns:p14="http://schemas.microsoft.com/office/powerpoint/2010/main" val="7675156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4D976-F379-487C-B47F-3C03F168645E}"/>
              </a:ext>
            </a:extLst>
          </p:cNvPr>
          <p:cNvSpPr>
            <a:spLocks noGrp="1"/>
          </p:cNvSpPr>
          <p:nvPr>
            <p:ph type="title"/>
          </p:nvPr>
        </p:nvSpPr>
        <p:spPr/>
        <p:txBody>
          <a:bodyPr/>
          <a:lstStyle/>
          <a:p>
            <a:r>
              <a:rPr lang="en-US" dirty="0"/>
              <a:t>Relevant Reads and Resources</a:t>
            </a:r>
          </a:p>
        </p:txBody>
      </p:sp>
      <p:sp>
        <p:nvSpPr>
          <p:cNvPr id="3" name="Content Placeholder 2">
            <a:extLst>
              <a:ext uri="{FF2B5EF4-FFF2-40B4-BE49-F238E27FC236}">
                <a16:creationId xmlns:a16="http://schemas.microsoft.com/office/drawing/2014/main" id="{D313C03F-5AC0-4101-A7EC-F4D663DB5DE9}"/>
              </a:ext>
            </a:extLst>
          </p:cNvPr>
          <p:cNvSpPr>
            <a:spLocks noGrp="1"/>
          </p:cNvSpPr>
          <p:nvPr>
            <p:ph idx="1"/>
          </p:nvPr>
        </p:nvSpPr>
        <p:spPr/>
        <p:txBody>
          <a:bodyPr/>
          <a:lstStyle/>
          <a:p>
            <a:r>
              <a:rPr lang="en-US" dirty="0"/>
              <a:t>Recommended texts:</a:t>
            </a:r>
          </a:p>
          <a:p>
            <a:pPr lvl="1"/>
            <a:r>
              <a:rPr lang="en-US" dirty="0"/>
              <a:t>Introduction to Software Testing, 2</a:t>
            </a:r>
            <a:r>
              <a:rPr lang="en-US" baseline="30000" dirty="0"/>
              <a:t>nd</a:t>
            </a:r>
            <a:r>
              <a:rPr lang="en-US" dirty="0"/>
              <a:t> Edition: </a:t>
            </a:r>
            <a:r>
              <a:rPr lang="en-US" dirty="0" err="1"/>
              <a:t>ch</a:t>
            </a:r>
            <a:r>
              <a:rPr lang="en-US" dirty="0"/>
              <a:t> 12</a:t>
            </a:r>
          </a:p>
          <a:p>
            <a:pPr marL="347662" indent="-342900"/>
            <a:r>
              <a:rPr lang="en-US" dirty="0"/>
              <a:t>Mocks aren’t Stubs by Martin Fowler:</a:t>
            </a:r>
          </a:p>
          <a:p>
            <a:pPr marL="627062" lvl="1" indent="-342900"/>
            <a:r>
              <a:rPr lang="en-US" sz="1500" dirty="0">
                <a:hlinkClick r:id="rId2"/>
              </a:rPr>
              <a:t>https://martinfowler.com/articles/mocksArentStubs.html#SoShouldIBeAClassicistOrAMockist</a:t>
            </a:r>
            <a:endParaRPr lang="en-US" sz="1500" dirty="0"/>
          </a:p>
          <a:p>
            <a:pPr marL="347662" indent="-342900"/>
            <a:r>
              <a:rPr lang="en-US" dirty="0">
                <a:hlinkClick r:id="rId3"/>
              </a:rPr>
              <a:t>https://site.mockito.org/</a:t>
            </a:r>
            <a:endParaRPr lang="en-US" dirty="0"/>
          </a:p>
        </p:txBody>
      </p:sp>
      <p:sp>
        <p:nvSpPr>
          <p:cNvPr id="4" name="Content Placeholder 3">
            <a:extLst>
              <a:ext uri="{FF2B5EF4-FFF2-40B4-BE49-F238E27FC236}">
                <a16:creationId xmlns:a16="http://schemas.microsoft.com/office/drawing/2014/main" id="{61E70511-68F0-4DF9-BD60-27C6CA0EF946}"/>
              </a:ext>
            </a:extLst>
          </p:cNvPr>
          <p:cNvSpPr>
            <a:spLocks noGrp="1"/>
          </p:cNvSpPr>
          <p:nvPr>
            <p:ph idx="11"/>
          </p:nvPr>
        </p:nvSpPr>
        <p:spPr/>
        <p:txBody>
          <a:bodyPr/>
          <a:lstStyle/>
          <a:p>
            <a:endParaRPr lang="en-US"/>
          </a:p>
        </p:txBody>
      </p:sp>
    </p:spTree>
    <p:extLst>
      <p:ext uri="{BB962C8B-B14F-4D97-AF65-F5344CB8AC3E}">
        <p14:creationId xmlns:p14="http://schemas.microsoft.com/office/powerpoint/2010/main" val="3122456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393447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heme/theme1.xml><?xml version="1.0" encoding="utf-8"?>
<a:theme xmlns:a="http://schemas.openxmlformats.org/drawingml/2006/main" name="WSE-CDMI-Template-Gateway-Computing">
  <a:themeElements>
    <a:clrScheme name="Custom 4">
      <a:dk1>
        <a:srgbClr val="000000"/>
      </a:dk1>
      <a:lt1>
        <a:srgbClr val="FFFFFF"/>
      </a:lt1>
      <a:dk2>
        <a:srgbClr val="44546A"/>
      </a:dk2>
      <a:lt2>
        <a:srgbClr val="E7E6E6"/>
      </a:lt2>
      <a:accent1>
        <a:srgbClr val="6399AE"/>
      </a:accent1>
      <a:accent2>
        <a:srgbClr val="FFCD00"/>
      </a:accent2>
      <a:accent3>
        <a:srgbClr val="A5A5A5"/>
      </a:accent3>
      <a:accent4>
        <a:srgbClr val="FFC000"/>
      </a:accent4>
      <a:accent5>
        <a:srgbClr val="FFCD00"/>
      </a:accent5>
      <a:accent6>
        <a:srgbClr val="8E3A80"/>
      </a:accent6>
      <a:hlink>
        <a:srgbClr val="6399AE"/>
      </a:hlink>
      <a:folHlink>
        <a:srgbClr val="8E3A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C-QuadonGentona-July2018-Short6" id="{5D0F2D58-29E1-464B-8D36-62A1646782E4}" vid="{7D534895-DB94-7641-BCAA-7A2D1F0CFCED}"/>
    </a:ext>
  </a:extLst>
</a:theme>
</file>

<file path=ppt/theme/theme2.xml><?xml version="1.0" encoding="utf-8"?>
<a:theme xmlns:a="http://schemas.openxmlformats.org/drawingml/2006/main" name="jhsph-vertical">
  <a:themeElements>
    <a:clrScheme name="Custom 4">
      <a:dk1>
        <a:srgbClr val="000000"/>
      </a:dk1>
      <a:lt1>
        <a:srgbClr val="FFFFFF"/>
      </a:lt1>
      <a:dk2>
        <a:srgbClr val="44546A"/>
      </a:dk2>
      <a:lt2>
        <a:srgbClr val="E7E6E6"/>
      </a:lt2>
      <a:accent1>
        <a:srgbClr val="6399AE"/>
      </a:accent1>
      <a:accent2>
        <a:srgbClr val="FFCD00"/>
      </a:accent2>
      <a:accent3>
        <a:srgbClr val="A5A5A5"/>
      </a:accent3>
      <a:accent4>
        <a:srgbClr val="FFC000"/>
      </a:accent4>
      <a:accent5>
        <a:srgbClr val="FFCD00"/>
      </a:accent5>
      <a:accent6>
        <a:srgbClr val="8E3A80"/>
      </a:accent6>
      <a:hlink>
        <a:srgbClr val="6399AE"/>
      </a:hlink>
      <a:folHlink>
        <a:srgbClr val="8E3A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C-QuadonGentona-July2018-Short6" id="{5D0F2D58-29E1-464B-8D36-62A1646782E4}" vid="{140F5003-B834-9C45-8443-04B6A7D4EAF1}"/>
    </a:ext>
  </a:extLst>
</a:theme>
</file>

<file path=ppt/theme/theme3.xml><?xml version="1.0" encoding="utf-8"?>
<a:theme xmlns:a="http://schemas.openxmlformats.org/drawingml/2006/main" name="Copyright slide">
  <a:themeElements>
    <a:clrScheme name="Custom 4">
      <a:dk1>
        <a:srgbClr val="000000"/>
      </a:dk1>
      <a:lt1>
        <a:srgbClr val="FFFFFF"/>
      </a:lt1>
      <a:dk2>
        <a:srgbClr val="44546A"/>
      </a:dk2>
      <a:lt2>
        <a:srgbClr val="E7E6E6"/>
      </a:lt2>
      <a:accent1>
        <a:srgbClr val="6399AE"/>
      </a:accent1>
      <a:accent2>
        <a:srgbClr val="FFCD00"/>
      </a:accent2>
      <a:accent3>
        <a:srgbClr val="A5A5A5"/>
      </a:accent3>
      <a:accent4>
        <a:srgbClr val="FFC000"/>
      </a:accent4>
      <a:accent5>
        <a:srgbClr val="FFCD00"/>
      </a:accent5>
      <a:accent6>
        <a:srgbClr val="8E3A80"/>
      </a:accent6>
      <a:hlink>
        <a:srgbClr val="6399AE"/>
      </a:hlink>
      <a:folHlink>
        <a:srgbClr val="8E3A80"/>
      </a:folHlink>
    </a:clrScheme>
    <a:fontScheme name="EP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C-QuadonGentona-July2018-Short6" id="{5D0F2D58-29E1-464B-8D36-62A1646782E4}" vid="{7D40AB00-8105-344E-8B72-6EFC470424D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GatewayComputing-SlideTemplate-July2018</Template>
  <TotalTime>58743</TotalTime>
  <Words>1718</Words>
  <Application>Microsoft Office PowerPoint</Application>
  <PresentationFormat>On-screen Show (16:9)</PresentationFormat>
  <Paragraphs>180</Paragraphs>
  <Slides>19</Slides>
  <Notes>0</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19</vt:i4>
      </vt:variant>
    </vt:vector>
  </HeadingPairs>
  <TitlesOfParts>
    <vt:vector size="30" baseType="lpstr">
      <vt:lpstr>Arial</vt:lpstr>
      <vt:lpstr>Bookman Old Style</vt:lpstr>
      <vt:lpstr>Consolas</vt:lpstr>
      <vt:lpstr>Gentona Light</vt:lpstr>
      <vt:lpstr>Georgia</vt:lpstr>
      <vt:lpstr>Lucida Grande</vt:lpstr>
      <vt:lpstr>Quadon Regular</vt:lpstr>
      <vt:lpstr>Wingdings</vt:lpstr>
      <vt:lpstr>WSE-CDMI-Template-Gateway-Computing</vt:lpstr>
      <vt:lpstr>jhsph-vertical</vt:lpstr>
      <vt:lpstr>Copyright slide</vt:lpstr>
      <vt:lpstr>PowerPoint Presentation</vt:lpstr>
      <vt:lpstr>Double</vt:lpstr>
      <vt:lpstr>Test Double</vt:lpstr>
      <vt:lpstr>Test Double</vt:lpstr>
      <vt:lpstr>Examples – Bomb effect</vt:lpstr>
      <vt:lpstr>More Examples</vt:lpstr>
      <vt:lpstr>Testing with Doubles</vt:lpstr>
      <vt:lpstr>Testing with Doubles</vt:lpstr>
      <vt:lpstr>Testing with Doubles</vt:lpstr>
      <vt:lpstr>PowerPoint Presentation</vt:lpstr>
      <vt:lpstr>Example</vt:lpstr>
      <vt:lpstr>State-based JUnit Tests</vt:lpstr>
      <vt:lpstr>Behavior-based “Mock” testing</vt:lpstr>
      <vt:lpstr>Behavior-based “Mock” testing</vt:lpstr>
      <vt:lpstr>Mock vs. Stub</vt:lpstr>
      <vt:lpstr>Behavior- vs. State-based Testing</vt:lpstr>
      <vt:lpstr>Behavior- vs. State-based Testing</vt:lpstr>
      <vt:lpstr>Relevant Reads and Resources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Object-Oriented Decomposition</dc:title>
  <dc:subject/>
  <dc:creator>ALI DARVISH</dc:creator>
  <cp:keywords/>
  <dc:description>Author: Johns Hopkins University
The material in this presentation is subject to the copyright of the owners of the material and is being provided for educational purposes under rules of fair use for registered students in this course only. No additional copies of the copyrighted work may be made or distributed.
Template last modified 21 Sept. 2017</dc:description>
  <cp:lastModifiedBy>Ali Darvish</cp:lastModifiedBy>
  <cp:revision>1815</cp:revision>
  <cp:lastPrinted>2015-12-30T15:17:52Z</cp:lastPrinted>
  <dcterms:created xsi:type="dcterms:W3CDTF">2018-10-08T01:04:57Z</dcterms:created>
  <dcterms:modified xsi:type="dcterms:W3CDTF">2026-02-23T00:07:44Z</dcterms:modified>
  <cp:category/>
</cp:coreProperties>
</file>